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5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56" r:id="rId5"/>
    <p:sldId id="257" r:id="rId6"/>
    <p:sldId id="258" r:id="rId7"/>
    <p:sldId id="263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3EF3ED-31E5-465A-92B7-1E9C0F2AE117}" v="473" dt="2026-01-08T08:55:13.750"/>
    <p1510:client id="{A0C6966D-7C6E-A258-9FCA-B3EA27C0F6EB}" v="1706" dt="2026-01-07T21:14:22.9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F7EFEC-772D-4B99-A2E8-16134E75E380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9FDA133-2596-4F9E-926B-A62CE403EF9F}">
      <dgm:prSet/>
      <dgm:spPr/>
      <dgm:t>
        <a:bodyPr/>
        <a:lstStyle/>
        <a:p>
          <a:r>
            <a:rPr lang="de-DE"/>
            <a:t>Ausgangssituation / Problem/ Projektziel</a:t>
          </a:r>
          <a:endParaRPr lang="en-US"/>
        </a:p>
      </dgm:t>
    </dgm:pt>
    <dgm:pt modelId="{9DE82104-457D-4A2A-944A-E56DC7E2A4D2}" type="parTrans" cxnId="{1CA666CC-62DD-4DAA-931D-5222F3E1C0B9}">
      <dgm:prSet/>
      <dgm:spPr/>
      <dgm:t>
        <a:bodyPr/>
        <a:lstStyle/>
        <a:p>
          <a:endParaRPr lang="en-US"/>
        </a:p>
      </dgm:t>
    </dgm:pt>
    <dgm:pt modelId="{DD9CF998-E44C-446C-A2B4-631BE2B5ABC1}" type="sibTrans" cxnId="{1CA666CC-62DD-4DAA-931D-5222F3E1C0B9}">
      <dgm:prSet/>
      <dgm:spPr/>
      <dgm:t>
        <a:bodyPr/>
        <a:lstStyle/>
        <a:p>
          <a:endParaRPr lang="en-US"/>
        </a:p>
      </dgm:t>
    </dgm:pt>
    <dgm:pt modelId="{1E28881B-4593-4251-8801-D9853CE59349}">
      <dgm:prSet/>
      <dgm:spPr/>
      <dgm:t>
        <a:bodyPr/>
        <a:lstStyle/>
        <a:p>
          <a:r>
            <a:rPr lang="de-DE"/>
            <a:t>Zentrale Funktion</a:t>
          </a:r>
          <a:endParaRPr lang="en-US"/>
        </a:p>
      </dgm:t>
    </dgm:pt>
    <dgm:pt modelId="{03D8939C-25B9-4C36-984A-3383BB94946A}" type="parTrans" cxnId="{024B3B9F-CD5B-4C1B-8C16-AAF9B68FB27A}">
      <dgm:prSet/>
      <dgm:spPr/>
      <dgm:t>
        <a:bodyPr/>
        <a:lstStyle/>
        <a:p>
          <a:endParaRPr lang="en-US"/>
        </a:p>
      </dgm:t>
    </dgm:pt>
    <dgm:pt modelId="{EF4360A9-FEB8-47B2-9ECC-25D5B6FF047A}" type="sibTrans" cxnId="{024B3B9F-CD5B-4C1B-8C16-AAF9B68FB27A}">
      <dgm:prSet/>
      <dgm:spPr/>
      <dgm:t>
        <a:bodyPr/>
        <a:lstStyle/>
        <a:p>
          <a:endParaRPr lang="en-US"/>
        </a:p>
      </dgm:t>
    </dgm:pt>
    <dgm:pt modelId="{A579652B-DDBC-48AC-B16A-61E4C31080B4}">
      <dgm:prSet/>
      <dgm:spPr/>
      <dgm:t>
        <a:bodyPr/>
        <a:lstStyle/>
        <a:p>
          <a:r>
            <a:rPr lang="de-DE"/>
            <a:t>Was bietet die Website?</a:t>
          </a:r>
          <a:endParaRPr lang="en-US"/>
        </a:p>
      </dgm:t>
    </dgm:pt>
    <dgm:pt modelId="{A7B36BFB-B7AA-40A3-A905-8A5B3864949D}" type="parTrans" cxnId="{32BB2FD4-1539-42DF-8989-3B86505E2A66}">
      <dgm:prSet/>
      <dgm:spPr/>
      <dgm:t>
        <a:bodyPr/>
        <a:lstStyle/>
        <a:p>
          <a:endParaRPr lang="en-US"/>
        </a:p>
      </dgm:t>
    </dgm:pt>
    <dgm:pt modelId="{6F0934A2-D0E8-4B64-8660-F35B8C92E3BA}" type="sibTrans" cxnId="{32BB2FD4-1539-42DF-8989-3B86505E2A66}">
      <dgm:prSet/>
      <dgm:spPr/>
      <dgm:t>
        <a:bodyPr/>
        <a:lstStyle/>
        <a:p>
          <a:endParaRPr lang="en-US"/>
        </a:p>
      </dgm:t>
    </dgm:pt>
    <dgm:pt modelId="{AECD54C5-D262-41DE-B815-041FF17170C5}">
      <dgm:prSet/>
      <dgm:spPr/>
      <dgm:t>
        <a:bodyPr/>
        <a:lstStyle/>
        <a:p>
          <a:r>
            <a:rPr lang="de-DE"/>
            <a:t>Anhand von Nutzungsszenarien (Schüler, Lehrer, Admin)</a:t>
          </a:r>
          <a:endParaRPr lang="en-US"/>
        </a:p>
      </dgm:t>
    </dgm:pt>
    <dgm:pt modelId="{384A1775-0218-4162-9F07-B948FB56EB46}" type="parTrans" cxnId="{509FDB9B-E205-4C59-A41D-A5CB2940A5E6}">
      <dgm:prSet/>
      <dgm:spPr/>
      <dgm:t>
        <a:bodyPr/>
        <a:lstStyle/>
        <a:p>
          <a:endParaRPr lang="en-US"/>
        </a:p>
      </dgm:t>
    </dgm:pt>
    <dgm:pt modelId="{2B32B292-13CB-4884-B93E-BA382FA66571}" type="sibTrans" cxnId="{509FDB9B-E205-4C59-A41D-A5CB2940A5E6}">
      <dgm:prSet/>
      <dgm:spPr/>
      <dgm:t>
        <a:bodyPr/>
        <a:lstStyle/>
        <a:p>
          <a:endParaRPr lang="en-US"/>
        </a:p>
      </dgm:t>
    </dgm:pt>
    <dgm:pt modelId="{EFC237FA-35C4-46DD-BBDA-49BCCD7EA462}" type="pres">
      <dgm:prSet presAssocID="{3EF7EFEC-772D-4B99-A2E8-16134E75E380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243C5BB-B877-4744-96DF-1A3907DC1B75}" type="pres">
      <dgm:prSet presAssocID="{39FDA133-2596-4F9E-926B-A62CE403EF9F}" presName="root" presStyleCnt="0"/>
      <dgm:spPr/>
    </dgm:pt>
    <dgm:pt modelId="{8AE14225-C888-46CD-A9D4-9BD576D924FC}" type="pres">
      <dgm:prSet presAssocID="{39FDA133-2596-4F9E-926B-A62CE403EF9F}" presName="rootComposite" presStyleCnt="0"/>
      <dgm:spPr/>
    </dgm:pt>
    <dgm:pt modelId="{D7186E06-13B2-456A-BC96-0F321674C7B9}" type="pres">
      <dgm:prSet presAssocID="{39FDA133-2596-4F9E-926B-A62CE403EF9F}" presName="rootText" presStyleLbl="node1" presStyleIdx="0" presStyleCnt="3"/>
      <dgm:spPr/>
    </dgm:pt>
    <dgm:pt modelId="{69D3C315-BE26-49EA-86C0-8335A8C5B2E9}" type="pres">
      <dgm:prSet presAssocID="{39FDA133-2596-4F9E-926B-A62CE403EF9F}" presName="rootConnector" presStyleLbl="node1" presStyleIdx="0" presStyleCnt="3"/>
      <dgm:spPr/>
    </dgm:pt>
    <dgm:pt modelId="{6BE8F210-3F16-4B71-A41D-84078E07040D}" type="pres">
      <dgm:prSet presAssocID="{39FDA133-2596-4F9E-926B-A62CE403EF9F}" presName="childShape" presStyleCnt="0"/>
      <dgm:spPr/>
    </dgm:pt>
    <dgm:pt modelId="{4FC7A2A1-5A0C-4122-B5B5-E03144E367C6}" type="pres">
      <dgm:prSet presAssocID="{1E28881B-4593-4251-8801-D9853CE59349}" presName="root" presStyleCnt="0"/>
      <dgm:spPr/>
    </dgm:pt>
    <dgm:pt modelId="{3B4D3DC1-5750-45A6-B5CD-9305647CC0C2}" type="pres">
      <dgm:prSet presAssocID="{1E28881B-4593-4251-8801-D9853CE59349}" presName="rootComposite" presStyleCnt="0"/>
      <dgm:spPr/>
    </dgm:pt>
    <dgm:pt modelId="{AA073FB6-C386-4B9C-9FE8-99ABF8E69E62}" type="pres">
      <dgm:prSet presAssocID="{1E28881B-4593-4251-8801-D9853CE59349}" presName="rootText" presStyleLbl="node1" presStyleIdx="1" presStyleCnt="3"/>
      <dgm:spPr/>
    </dgm:pt>
    <dgm:pt modelId="{625C234B-D190-49EA-B6E8-6F084766F381}" type="pres">
      <dgm:prSet presAssocID="{1E28881B-4593-4251-8801-D9853CE59349}" presName="rootConnector" presStyleLbl="node1" presStyleIdx="1" presStyleCnt="3"/>
      <dgm:spPr/>
    </dgm:pt>
    <dgm:pt modelId="{EC06BC15-4D96-41C1-A8B6-563F5064A8D0}" type="pres">
      <dgm:prSet presAssocID="{1E28881B-4593-4251-8801-D9853CE59349}" presName="childShape" presStyleCnt="0"/>
      <dgm:spPr/>
    </dgm:pt>
    <dgm:pt modelId="{808A560B-ED25-4153-A5DB-3FD4FD8D4C8A}" type="pres">
      <dgm:prSet presAssocID="{A579652B-DDBC-48AC-B16A-61E4C31080B4}" presName="root" presStyleCnt="0"/>
      <dgm:spPr/>
    </dgm:pt>
    <dgm:pt modelId="{26E96494-32C0-4A54-BEBC-D8CE283BEC7A}" type="pres">
      <dgm:prSet presAssocID="{A579652B-DDBC-48AC-B16A-61E4C31080B4}" presName="rootComposite" presStyleCnt="0"/>
      <dgm:spPr/>
    </dgm:pt>
    <dgm:pt modelId="{3E6E07D6-6E56-4001-B9C4-0B039A7D8066}" type="pres">
      <dgm:prSet presAssocID="{A579652B-DDBC-48AC-B16A-61E4C31080B4}" presName="rootText" presStyleLbl="node1" presStyleIdx="2" presStyleCnt="3"/>
      <dgm:spPr/>
    </dgm:pt>
    <dgm:pt modelId="{57A0EDD2-914A-40A1-A7D8-AA337EE0A47E}" type="pres">
      <dgm:prSet presAssocID="{A579652B-DDBC-48AC-B16A-61E4C31080B4}" presName="rootConnector" presStyleLbl="node1" presStyleIdx="2" presStyleCnt="3"/>
      <dgm:spPr/>
    </dgm:pt>
    <dgm:pt modelId="{B7C55869-B707-4FF4-A02F-C71B5DD9856E}" type="pres">
      <dgm:prSet presAssocID="{A579652B-DDBC-48AC-B16A-61E4C31080B4}" presName="childShape" presStyleCnt="0"/>
      <dgm:spPr/>
    </dgm:pt>
    <dgm:pt modelId="{1D944FEC-2C81-4A94-912D-4491679406F0}" type="pres">
      <dgm:prSet presAssocID="{384A1775-0218-4162-9F07-B948FB56EB46}" presName="Name13" presStyleLbl="parChTrans1D2" presStyleIdx="0" presStyleCnt="1"/>
      <dgm:spPr/>
    </dgm:pt>
    <dgm:pt modelId="{B5FE25D7-9C2F-477F-9426-DB6ECE2F65A2}" type="pres">
      <dgm:prSet presAssocID="{AECD54C5-D262-41DE-B815-041FF17170C5}" presName="childText" presStyleLbl="bgAcc1" presStyleIdx="0" presStyleCnt="1">
        <dgm:presLayoutVars>
          <dgm:bulletEnabled val="1"/>
        </dgm:presLayoutVars>
      </dgm:prSet>
      <dgm:spPr/>
    </dgm:pt>
  </dgm:ptLst>
  <dgm:cxnLst>
    <dgm:cxn modelId="{2B982400-FB55-432C-A351-0D28FF806725}" type="presOf" srcId="{3EF7EFEC-772D-4B99-A2E8-16134E75E380}" destId="{EFC237FA-35C4-46DD-BBDA-49BCCD7EA462}" srcOrd="0" destOrd="0" presId="urn:microsoft.com/office/officeart/2005/8/layout/hierarchy3"/>
    <dgm:cxn modelId="{8CA6ED06-0495-4CDA-B1BF-067513192BCF}" type="presOf" srcId="{39FDA133-2596-4F9E-926B-A62CE403EF9F}" destId="{69D3C315-BE26-49EA-86C0-8335A8C5B2E9}" srcOrd="1" destOrd="0" presId="urn:microsoft.com/office/officeart/2005/8/layout/hierarchy3"/>
    <dgm:cxn modelId="{EC23E233-D312-4E0C-AEB5-D70AF4590368}" type="presOf" srcId="{39FDA133-2596-4F9E-926B-A62CE403EF9F}" destId="{D7186E06-13B2-456A-BC96-0F321674C7B9}" srcOrd="0" destOrd="0" presId="urn:microsoft.com/office/officeart/2005/8/layout/hierarchy3"/>
    <dgm:cxn modelId="{637C4D4E-142B-4672-B7C2-7AA8EA056B09}" type="presOf" srcId="{384A1775-0218-4162-9F07-B948FB56EB46}" destId="{1D944FEC-2C81-4A94-912D-4491679406F0}" srcOrd="0" destOrd="0" presId="urn:microsoft.com/office/officeart/2005/8/layout/hierarchy3"/>
    <dgm:cxn modelId="{FC2FC789-D56D-461D-B289-A1C2634D37FD}" type="presOf" srcId="{1E28881B-4593-4251-8801-D9853CE59349}" destId="{AA073FB6-C386-4B9C-9FE8-99ABF8E69E62}" srcOrd="0" destOrd="0" presId="urn:microsoft.com/office/officeart/2005/8/layout/hierarchy3"/>
    <dgm:cxn modelId="{328B5899-D770-46FE-9952-43F706180C81}" type="presOf" srcId="{1E28881B-4593-4251-8801-D9853CE59349}" destId="{625C234B-D190-49EA-B6E8-6F084766F381}" srcOrd="1" destOrd="0" presId="urn:microsoft.com/office/officeart/2005/8/layout/hierarchy3"/>
    <dgm:cxn modelId="{509FDB9B-E205-4C59-A41D-A5CB2940A5E6}" srcId="{A579652B-DDBC-48AC-B16A-61E4C31080B4}" destId="{AECD54C5-D262-41DE-B815-041FF17170C5}" srcOrd="0" destOrd="0" parTransId="{384A1775-0218-4162-9F07-B948FB56EB46}" sibTransId="{2B32B292-13CB-4884-B93E-BA382FA66571}"/>
    <dgm:cxn modelId="{024B3B9F-CD5B-4C1B-8C16-AAF9B68FB27A}" srcId="{3EF7EFEC-772D-4B99-A2E8-16134E75E380}" destId="{1E28881B-4593-4251-8801-D9853CE59349}" srcOrd="1" destOrd="0" parTransId="{03D8939C-25B9-4C36-984A-3383BB94946A}" sibTransId="{EF4360A9-FEB8-47B2-9ECC-25D5B6FF047A}"/>
    <dgm:cxn modelId="{BD9081B8-4406-4CED-A081-2330E758CF5C}" type="presOf" srcId="{AECD54C5-D262-41DE-B815-041FF17170C5}" destId="{B5FE25D7-9C2F-477F-9426-DB6ECE2F65A2}" srcOrd="0" destOrd="0" presId="urn:microsoft.com/office/officeart/2005/8/layout/hierarchy3"/>
    <dgm:cxn modelId="{BE9AC1BF-A57D-4140-9837-C20DC0F7F319}" type="presOf" srcId="{A579652B-DDBC-48AC-B16A-61E4C31080B4}" destId="{57A0EDD2-914A-40A1-A7D8-AA337EE0A47E}" srcOrd="1" destOrd="0" presId="urn:microsoft.com/office/officeart/2005/8/layout/hierarchy3"/>
    <dgm:cxn modelId="{1CA666CC-62DD-4DAA-931D-5222F3E1C0B9}" srcId="{3EF7EFEC-772D-4B99-A2E8-16134E75E380}" destId="{39FDA133-2596-4F9E-926B-A62CE403EF9F}" srcOrd="0" destOrd="0" parTransId="{9DE82104-457D-4A2A-944A-E56DC7E2A4D2}" sibTransId="{DD9CF998-E44C-446C-A2B4-631BE2B5ABC1}"/>
    <dgm:cxn modelId="{32BB2FD4-1539-42DF-8989-3B86505E2A66}" srcId="{3EF7EFEC-772D-4B99-A2E8-16134E75E380}" destId="{A579652B-DDBC-48AC-B16A-61E4C31080B4}" srcOrd="2" destOrd="0" parTransId="{A7B36BFB-B7AA-40A3-A905-8A5B3864949D}" sibTransId="{6F0934A2-D0E8-4B64-8660-F35B8C92E3BA}"/>
    <dgm:cxn modelId="{02C124D8-7B3A-45BC-A7DA-5D93DF89D89B}" type="presOf" srcId="{A579652B-DDBC-48AC-B16A-61E4C31080B4}" destId="{3E6E07D6-6E56-4001-B9C4-0B039A7D8066}" srcOrd="0" destOrd="0" presId="urn:microsoft.com/office/officeart/2005/8/layout/hierarchy3"/>
    <dgm:cxn modelId="{FD89B5E7-9336-43A7-9ACA-AB0B129154A4}" type="presParOf" srcId="{EFC237FA-35C4-46DD-BBDA-49BCCD7EA462}" destId="{F243C5BB-B877-4744-96DF-1A3907DC1B75}" srcOrd="0" destOrd="0" presId="urn:microsoft.com/office/officeart/2005/8/layout/hierarchy3"/>
    <dgm:cxn modelId="{EC7E4A51-EC82-44BA-A2D6-7E1B4D3A98BF}" type="presParOf" srcId="{F243C5BB-B877-4744-96DF-1A3907DC1B75}" destId="{8AE14225-C888-46CD-A9D4-9BD576D924FC}" srcOrd="0" destOrd="0" presId="urn:microsoft.com/office/officeart/2005/8/layout/hierarchy3"/>
    <dgm:cxn modelId="{F98EEE7C-031B-4ABB-A4E3-B4CF69B6E845}" type="presParOf" srcId="{8AE14225-C888-46CD-A9D4-9BD576D924FC}" destId="{D7186E06-13B2-456A-BC96-0F321674C7B9}" srcOrd="0" destOrd="0" presId="urn:microsoft.com/office/officeart/2005/8/layout/hierarchy3"/>
    <dgm:cxn modelId="{09DFB04D-2864-4612-91B0-24EB7D5582CC}" type="presParOf" srcId="{8AE14225-C888-46CD-A9D4-9BD576D924FC}" destId="{69D3C315-BE26-49EA-86C0-8335A8C5B2E9}" srcOrd="1" destOrd="0" presId="urn:microsoft.com/office/officeart/2005/8/layout/hierarchy3"/>
    <dgm:cxn modelId="{FC17C8D5-5982-48D3-9F2F-CA9488FC477E}" type="presParOf" srcId="{F243C5BB-B877-4744-96DF-1A3907DC1B75}" destId="{6BE8F210-3F16-4B71-A41D-84078E07040D}" srcOrd="1" destOrd="0" presId="urn:microsoft.com/office/officeart/2005/8/layout/hierarchy3"/>
    <dgm:cxn modelId="{DEF099EE-F12E-445C-AE5E-CF07A3DB001B}" type="presParOf" srcId="{EFC237FA-35C4-46DD-BBDA-49BCCD7EA462}" destId="{4FC7A2A1-5A0C-4122-B5B5-E03144E367C6}" srcOrd="1" destOrd="0" presId="urn:microsoft.com/office/officeart/2005/8/layout/hierarchy3"/>
    <dgm:cxn modelId="{9ACE00E4-C2DF-46CC-97C8-53561B5A32A5}" type="presParOf" srcId="{4FC7A2A1-5A0C-4122-B5B5-E03144E367C6}" destId="{3B4D3DC1-5750-45A6-B5CD-9305647CC0C2}" srcOrd="0" destOrd="0" presId="urn:microsoft.com/office/officeart/2005/8/layout/hierarchy3"/>
    <dgm:cxn modelId="{4986A6C8-3A18-41F5-AEDD-E28F763FB435}" type="presParOf" srcId="{3B4D3DC1-5750-45A6-B5CD-9305647CC0C2}" destId="{AA073FB6-C386-4B9C-9FE8-99ABF8E69E62}" srcOrd="0" destOrd="0" presId="urn:microsoft.com/office/officeart/2005/8/layout/hierarchy3"/>
    <dgm:cxn modelId="{5348D7E1-8D65-4E0A-B67E-8FDA057B08E3}" type="presParOf" srcId="{3B4D3DC1-5750-45A6-B5CD-9305647CC0C2}" destId="{625C234B-D190-49EA-B6E8-6F084766F381}" srcOrd="1" destOrd="0" presId="urn:microsoft.com/office/officeart/2005/8/layout/hierarchy3"/>
    <dgm:cxn modelId="{AC4A328A-22E6-43F8-BD84-20F3F20553D0}" type="presParOf" srcId="{4FC7A2A1-5A0C-4122-B5B5-E03144E367C6}" destId="{EC06BC15-4D96-41C1-A8B6-563F5064A8D0}" srcOrd="1" destOrd="0" presId="urn:microsoft.com/office/officeart/2005/8/layout/hierarchy3"/>
    <dgm:cxn modelId="{E4D31692-EF83-4ED4-A329-DCC159D48740}" type="presParOf" srcId="{EFC237FA-35C4-46DD-BBDA-49BCCD7EA462}" destId="{808A560B-ED25-4153-A5DB-3FD4FD8D4C8A}" srcOrd="2" destOrd="0" presId="urn:microsoft.com/office/officeart/2005/8/layout/hierarchy3"/>
    <dgm:cxn modelId="{920D4F99-84CA-4761-81A8-3489BBD137C6}" type="presParOf" srcId="{808A560B-ED25-4153-A5DB-3FD4FD8D4C8A}" destId="{26E96494-32C0-4A54-BEBC-D8CE283BEC7A}" srcOrd="0" destOrd="0" presId="urn:microsoft.com/office/officeart/2005/8/layout/hierarchy3"/>
    <dgm:cxn modelId="{E2831BC1-78A5-4BF1-94EC-86FC73175C13}" type="presParOf" srcId="{26E96494-32C0-4A54-BEBC-D8CE283BEC7A}" destId="{3E6E07D6-6E56-4001-B9C4-0B039A7D8066}" srcOrd="0" destOrd="0" presId="urn:microsoft.com/office/officeart/2005/8/layout/hierarchy3"/>
    <dgm:cxn modelId="{A434D15F-731A-4E0F-BE75-45013F1CE17F}" type="presParOf" srcId="{26E96494-32C0-4A54-BEBC-D8CE283BEC7A}" destId="{57A0EDD2-914A-40A1-A7D8-AA337EE0A47E}" srcOrd="1" destOrd="0" presId="urn:microsoft.com/office/officeart/2005/8/layout/hierarchy3"/>
    <dgm:cxn modelId="{21497A55-18FF-44BB-B585-DD288FC756C8}" type="presParOf" srcId="{808A560B-ED25-4153-A5DB-3FD4FD8D4C8A}" destId="{B7C55869-B707-4FF4-A02F-C71B5DD9856E}" srcOrd="1" destOrd="0" presId="urn:microsoft.com/office/officeart/2005/8/layout/hierarchy3"/>
    <dgm:cxn modelId="{88E19A19-AAFF-4D0C-84CA-E9955674F964}" type="presParOf" srcId="{B7C55869-B707-4FF4-A02F-C71B5DD9856E}" destId="{1D944FEC-2C81-4A94-912D-4491679406F0}" srcOrd="0" destOrd="0" presId="urn:microsoft.com/office/officeart/2005/8/layout/hierarchy3"/>
    <dgm:cxn modelId="{C6B48134-7975-450C-907D-48798CF07A88}" type="presParOf" srcId="{B7C55869-B707-4FF4-A02F-C71B5DD9856E}" destId="{B5FE25D7-9C2F-477F-9426-DB6ECE2F65A2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F03ED6C-C323-4798-A808-E23D770EDA14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B4440C2-833C-470D-8CEA-9F846206EF62}">
      <dgm:prSet/>
      <dgm:spPr>
        <a:solidFill>
          <a:srgbClr val="C00000"/>
        </a:solidFill>
      </dgm:spPr>
      <dgm:t>
        <a:bodyPr/>
        <a:lstStyle/>
        <a:p>
          <a:r>
            <a:rPr lang="de-DE"/>
            <a:t>Problem: Wissenslücke in den 5. Klassen</a:t>
          </a:r>
          <a:endParaRPr lang="en-US"/>
        </a:p>
      </dgm:t>
    </dgm:pt>
    <dgm:pt modelId="{75D02D59-5716-427D-8710-8CEF9D9B5BB4}" type="parTrans" cxnId="{B2BC5598-3355-44D1-91D0-0AD6CE751C4F}">
      <dgm:prSet/>
      <dgm:spPr/>
      <dgm:t>
        <a:bodyPr/>
        <a:lstStyle/>
        <a:p>
          <a:endParaRPr lang="en-US"/>
        </a:p>
      </dgm:t>
    </dgm:pt>
    <dgm:pt modelId="{DE3B38EA-AB27-4A29-8EFE-C7FA1E025348}" type="sibTrans" cxnId="{B2BC5598-3355-44D1-91D0-0AD6CE751C4F}">
      <dgm:prSet/>
      <dgm:spPr/>
      <dgm:t>
        <a:bodyPr/>
        <a:lstStyle/>
        <a:p>
          <a:endParaRPr lang="en-US"/>
        </a:p>
      </dgm:t>
    </dgm:pt>
    <dgm:pt modelId="{9970AD99-B35F-4404-BC67-017BF500D281}">
      <dgm:prSet/>
      <dgm:spPr/>
      <dgm:t>
        <a:bodyPr/>
        <a:lstStyle/>
        <a:p>
          <a:r>
            <a:rPr lang="de-DE"/>
            <a:t>Eltern möchten ihre Kinder unterstützen, haben aber oft keine passenden Materialien</a:t>
          </a:r>
          <a:endParaRPr lang="en-US"/>
        </a:p>
      </dgm:t>
    </dgm:pt>
    <dgm:pt modelId="{A9C9DD09-90E9-435A-9CB5-AA411B08AD08}" type="parTrans" cxnId="{AF49DF26-46DD-4985-81B5-0E3C294A0854}">
      <dgm:prSet/>
      <dgm:spPr/>
      <dgm:t>
        <a:bodyPr/>
        <a:lstStyle/>
        <a:p>
          <a:endParaRPr lang="en-US"/>
        </a:p>
      </dgm:t>
    </dgm:pt>
    <dgm:pt modelId="{5EDE8A4D-52D8-4CB6-A478-4E7D91ADA344}" type="sibTrans" cxnId="{AF49DF26-46DD-4985-81B5-0E3C294A0854}">
      <dgm:prSet/>
      <dgm:spPr/>
      <dgm:t>
        <a:bodyPr/>
        <a:lstStyle/>
        <a:p>
          <a:endParaRPr lang="en-US"/>
        </a:p>
      </dgm:t>
    </dgm:pt>
    <dgm:pt modelId="{DC3DD9C8-21EB-45A4-BEA4-6A9E5F31A503}">
      <dgm:prSet/>
      <dgm:spPr/>
      <dgm:t>
        <a:bodyPr/>
        <a:lstStyle/>
        <a:p>
          <a:r>
            <a:rPr lang="de-DE"/>
            <a:t>Ziel: Webbasierte Lernplattform für Schülerinnen &amp; Lehrer</a:t>
          </a:r>
          <a:endParaRPr lang="en-US"/>
        </a:p>
      </dgm:t>
    </dgm:pt>
    <dgm:pt modelId="{854A76A4-8156-4FB9-8922-9E12908A3802}" type="parTrans" cxnId="{12271995-3234-4E36-8EA9-AD9C9B12A8E9}">
      <dgm:prSet/>
      <dgm:spPr/>
      <dgm:t>
        <a:bodyPr/>
        <a:lstStyle/>
        <a:p>
          <a:endParaRPr lang="en-US"/>
        </a:p>
      </dgm:t>
    </dgm:pt>
    <dgm:pt modelId="{B43B50EE-FE75-4BEA-9FB4-2424AA06B325}" type="sibTrans" cxnId="{12271995-3234-4E36-8EA9-AD9C9B12A8E9}">
      <dgm:prSet/>
      <dgm:spPr/>
      <dgm:t>
        <a:bodyPr/>
        <a:lstStyle/>
        <a:p>
          <a:endParaRPr lang="en-US"/>
        </a:p>
      </dgm:t>
    </dgm:pt>
    <dgm:pt modelId="{AB46868E-173F-4714-80E8-807B63DA5D2B}" type="pres">
      <dgm:prSet presAssocID="{3F03ED6C-C323-4798-A808-E23D770EDA14}" presName="linear" presStyleCnt="0">
        <dgm:presLayoutVars>
          <dgm:animLvl val="lvl"/>
          <dgm:resizeHandles val="exact"/>
        </dgm:presLayoutVars>
      </dgm:prSet>
      <dgm:spPr/>
    </dgm:pt>
    <dgm:pt modelId="{793002E1-C44E-41ED-9743-7EDB0B526B73}" type="pres">
      <dgm:prSet presAssocID="{AB4440C2-833C-470D-8CEA-9F846206EF6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A3275B3-67EA-4066-9A49-2B0871FF5C53}" type="pres">
      <dgm:prSet presAssocID="{DE3B38EA-AB27-4A29-8EFE-C7FA1E025348}" presName="spacer" presStyleCnt="0"/>
      <dgm:spPr/>
    </dgm:pt>
    <dgm:pt modelId="{0F38256D-78FF-4C36-90D9-669FBB666B39}" type="pres">
      <dgm:prSet presAssocID="{9970AD99-B35F-4404-BC67-017BF500D28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28074B0-7255-4652-B0F2-B85A6AB9A510}" type="pres">
      <dgm:prSet presAssocID="{5EDE8A4D-52D8-4CB6-A478-4E7D91ADA344}" presName="spacer" presStyleCnt="0"/>
      <dgm:spPr/>
    </dgm:pt>
    <dgm:pt modelId="{3F7FD185-32A4-4E67-9ABA-6FB7F8AE235B}" type="pres">
      <dgm:prSet presAssocID="{DC3DD9C8-21EB-45A4-BEA4-6A9E5F31A50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F49DF26-46DD-4985-81B5-0E3C294A0854}" srcId="{3F03ED6C-C323-4798-A808-E23D770EDA14}" destId="{9970AD99-B35F-4404-BC67-017BF500D281}" srcOrd="1" destOrd="0" parTransId="{A9C9DD09-90E9-435A-9CB5-AA411B08AD08}" sibTransId="{5EDE8A4D-52D8-4CB6-A478-4E7D91ADA344}"/>
    <dgm:cxn modelId="{45D0C63A-240A-4EF7-AFAE-C46EE3B8C3A2}" type="presOf" srcId="{AB4440C2-833C-470D-8CEA-9F846206EF62}" destId="{793002E1-C44E-41ED-9743-7EDB0B526B73}" srcOrd="0" destOrd="0" presId="urn:microsoft.com/office/officeart/2005/8/layout/vList2"/>
    <dgm:cxn modelId="{12271995-3234-4E36-8EA9-AD9C9B12A8E9}" srcId="{3F03ED6C-C323-4798-A808-E23D770EDA14}" destId="{DC3DD9C8-21EB-45A4-BEA4-6A9E5F31A503}" srcOrd="2" destOrd="0" parTransId="{854A76A4-8156-4FB9-8922-9E12908A3802}" sibTransId="{B43B50EE-FE75-4BEA-9FB4-2424AA06B325}"/>
    <dgm:cxn modelId="{B2BC5598-3355-44D1-91D0-0AD6CE751C4F}" srcId="{3F03ED6C-C323-4798-A808-E23D770EDA14}" destId="{AB4440C2-833C-470D-8CEA-9F846206EF62}" srcOrd="0" destOrd="0" parTransId="{75D02D59-5716-427D-8710-8CEF9D9B5BB4}" sibTransId="{DE3B38EA-AB27-4A29-8EFE-C7FA1E025348}"/>
    <dgm:cxn modelId="{1C9CA3BC-52DE-45F1-8DC1-54FF9A78E308}" type="presOf" srcId="{DC3DD9C8-21EB-45A4-BEA4-6A9E5F31A503}" destId="{3F7FD185-32A4-4E67-9ABA-6FB7F8AE235B}" srcOrd="0" destOrd="0" presId="urn:microsoft.com/office/officeart/2005/8/layout/vList2"/>
    <dgm:cxn modelId="{D7592CD8-9BB7-41DC-BC1C-05F52869DB50}" type="presOf" srcId="{3F03ED6C-C323-4798-A808-E23D770EDA14}" destId="{AB46868E-173F-4714-80E8-807B63DA5D2B}" srcOrd="0" destOrd="0" presId="urn:microsoft.com/office/officeart/2005/8/layout/vList2"/>
    <dgm:cxn modelId="{D6A8A7F3-3315-4C6B-8D45-C7ABD3C3363B}" type="presOf" srcId="{9970AD99-B35F-4404-BC67-017BF500D281}" destId="{0F38256D-78FF-4C36-90D9-669FBB666B39}" srcOrd="0" destOrd="0" presId="urn:microsoft.com/office/officeart/2005/8/layout/vList2"/>
    <dgm:cxn modelId="{C482E5B2-15D3-40F3-B5CD-E6CC23B4F81A}" type="presParOf" srcId="{AB46868E-173F-4714-80E8-807B63DA5D2B}" destId="{793002E1-C44E-41ED-9743-7EDB0B526B73}" srcOrd="0" destOrd="0" presId="urn:microsoft.com/office/officeart/2005/8/layout/vList2"/>
    <dgm:cxn modelId="{1F9CFADA-D953-4E3B-B752-06023AC9867C}" type="presParOf" srcId="{AB46868E-173F-4714-80E8-807B63DA5D2B}" destId="{FA3275B3-67EA-4066-9A49-2B0871FF5C53}" srcOrd="1" destOrd="0" presId="urn:microsoft.com/office/officeart/2005/8/layout/vList2"/>
    <dgm:cxn modelId="{EF38BD80-EDE9-42F0-B17A-068BE0DB79C5}" type="presParOf" srcId="{AB46868E-173F-4714-80E8-807B63DA5D2B}" destId="{0F38256D-78FF-4C36-90D9-669FBB666B39}" srcOrd="2" destOrd="0" presId="urn:microsoft.com/office/officeart/2005/8/layout/vList2"/>
    <dgm:cxn modelId="{F9493BBC-CDDA-4FCA-AF66-15150140D431}" type="presParOf" srcId="{AB46868E-173F-4714-80E8-807B63DA5D2B}" destId="{B28074B0-7255-4652-B0F2-B85A6AB9A510}" srcOrd="3" destOrd="0" presId="urn:microsoft.com/office/officeart/2005/8/layout/vList2"/>
    <dgm:cxn modelId="{79E3D751-42A3-4ABC-95C7-89E9B942C6E2}" type="presParOf" srcId="{AB46868E-173F-4714-80E8-807B63DA5D2B}" destId="{3F7FD185-32A4-4E67-9ABA-6FB7F8AE235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A5BB486-0574-4F12-BBDA-88859B7DA560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63E8454-557B-4FFA-832F-8531C5785C52}">
      <dgm:prSet/>
      <dgm:spPr/>
      <dgm:t>
        <a:bodyPr/>
        <a:lstStyle/>
        <a:p>
          <a:r>
            <a:rPr lang="de-DE"/>
            <a:t>Die Plattform kombiniert drei zentrale Elemente</a:t>
          </a:r>
          <a:endParaRPr lang="en-US"/>
        </a:p>
      </dgm:t>
    </dgm:pt>
    <dgm:pt modelId="{FF910785-B483-4FEE-AF50-A7C25D8A4096}" type="parTrans" cxnId="{032CB2AE-B561-4E49-88EE-D1A75746876B}">
      <dgm:prSet/>
      <dgm:spPr/>
      <dgm:t>
        <a:bodyPr/>
        <a:lstStyle/>
        <a:p>
          <a:endParaRPr lang="en-US"/>
        </a:p>
      </dgm:t>
    </dgm:pt>
    <dgm:pt modelId="{7BF3A25E-FEBF-4EF6-9946-2AA62970520F}" type="sibTrans" cxnId="{032CB2AE-B561-4E49-88EE-D1A75746876B}">
      <dgm:prSet/>
      <dgm:spPr/>
      <dgm:t>
        <a:bodyPr/>
        <a:lstStyle/>
        <a:p>
          <a:endParaRPr lang="en-US"/>
        </a:p>
      </dgm:t>
    </dgm:pt>
    <dgm:pt modelId="{6089DD98-3EA3-4AE1-9133-254FB0AF3145}">
      <dgm:prSet/>
      <dgm:spPr/>
      <dgm:t>
        <a:bodyPr/>
        <a:lstStyle/>
        <a:p>
          <a:r>
            <a:rPr lang="de-DE" b="1"/>
            <a:t>Wissen vermitteln</a:t>
          </a:r>
          <a:endParaRPr lang="en-US"/>
        </a:p>
      </dgm:t>
    </dgm:pt>
    <dgm:pt modelId="{88727708-313D-4EE8-975A-ABABCA5F2190}" type="parTrans" cxnId="{578E91D2-98A7-4090-B29F-EAD6C48E23E5}">
      <dgm:prSet/>
      <dgm:spPr/>
      <dgm:t>
        <a:bodyPr/>
        <a:lstStyle/>
        <a:p>
          <a:endParaRPr lang="en-US"/>
        </a:p>
      </dgm:t>
    </dgm:pt>
    <dgm:pt modelId="{3449153F-EFAF-436D-BFF7-2A0A392D2947}" type="sibTrans" cxnId="{578E91D2-98A7-4090-B29F-EAD6C48E23E5}">
      <dgm:prSet/>
      <dgm:spPr/>
      <dgm:t>
        <a:bodyPr/>
        <a:lstStyle/>
        <a:p>
          <a:endParaRPr lang="en-US"/>
        </a:p>
      </dgm:t>
    </dgm:pt>
    <dgm:pt modelId="{76C4ABB1-B00F-4379-A198-E7DB85BD03F6}">
      <dgm:prSet/>
      <dgm:spPr/>
      <dgm:t>
        <a:bodyPr/>
        <a:lstStyle/>
        <a:p>
          <a:r>
            <a:rPr lang="de-DE" b="1"/>
            <a:t>Grundlegende Merkmale</a:t>
          </a:r>
          <a:r>
            <a:rPr lang="de-DE"/>
            <a:t> </a:t>
          </a:r>
          <a:endParaRPr lang="en-US"/>
        </a:p>
      </dgm:t>
    </dgm:pt>
    <dgm:pt modelId="{5E0F6157-3CD1-467B-B6C1-6BD511262A4B}" type="parTrans" cxnId="{1F608304-D7A0-4984-B753-E66E19621E99}">
      <dgm:prSet/>
      <dgm:spPr/>
      <dgm:t>
        <a:bodyPr/>
        <a:lstStyle/>
        <a:p>
          <a:endParaRPr lang="en-US"/>
        </a:p>
      </dgm:t>
    </dgm:pt>
    <dgm:pt modelId="{7F2611E4-D73D-4091-B33D-6766AA43FF91}" type="sibTrans" cxnId="{1F608304-D7A0-4984-B753-E66E19621E99}">
      <dgm:prSet/>
      <dgm:spPr/>
      <dgm:t>
        <a:bodyPr/>
        <a:lstStyle/>
        <a:p>
          <a:endParaRPr lang="en-US"/>
        </a:p>
      </dgm:t>
    </dgm:pt>
    <dgm:pt modelId="{8283DC4A-A707-440F-8A4C-0F3E725EB31C}">
      <dgm:prSet/>
      <dgm:spPr/>
      <dgm:t>
        <a:bodyPr/>
        <a:lstStyle/>
        <a:p>
          <a:r>
            <a:rPr lang="de-DE"/>
            <a:t>Klare 3-Klick-Navigation </a:t>
          </a:r>
          <a:endParaRPr lang="en-US"/>
        </a:p>
      </dgm:t>
    </dgm:pt>
    <dgm:pt modelId="{D131C055-F248-42D2-8711-44B541C2D5D8}" type="parTrans" cxnId="{C516ECEF-C671-4D81-953E-7CBCAECE2D5A}">
      <dgm:prSet/>
      <dgm:spPr/>
      <dgm:t>
        <a:bodyPr/>
        <a:lstStyle/>
        <a:p>
          <a:endParaRPr lang="en-US"/>
        </a:p>
      </dgm:t>
    </dgm:pt>
    <dgm:pt modelId="{4B11174C-EAA0-4E78-B673-9F8B66BAB8D8}" type="sibTrans" cxnId="{C516ECEF-C671-4D81-953E-7CBCAECE2D5A}">
      <dgm:prSet/>
      <dgm:spPr/>
      <dgm:t>
        <a:bodyPr/>
        <a:lstStyle/>
        <a:p>
          <a:endParaRPr lang="en-US"/>
        </a:p>
      </dgm:t>
    </dgm:pt>
    <dgm:pt modelId="{3802C646-4B76-4746-9E5E-895C63E10741}">
      <dgm:prSet/>
      <dgm:spPr/>
      <dgm:t>
        <a:bodyPr/>
        <a:lstStyle/>
        <a:p>
          <a:r>
            <a:rPr lang="de-DE"/>
            <a:t>Suchfunktion </a:t>
          </a:r>
          <a:endParaRPr lang="en-US"/>
        </a:p>
      </dgm:t>
    </dgm:pt>
    <dgm:pt modelId="{F02ECA66-8B39-42E4-8674-344036BD811E}" type="parTrans" cxnId="{818A3958-7F53-4FDA-A6C4-707FEFA03574}">
      <dgm:prSet/>
      <dgm:spPr/>
      <dgm:t>
        <a:bodyPr/>
        <a:lstStyle/>
        <a:p>
          <a:endParaRPr lang="en-US"/>
        </a:p>
      </dgm:t>
    </dgm:pt>
    <dgm:pt modelId="{615BBAB2-6421-4D3F-862A-2167BAE1E801}" type="sibTrans" cxnId="{818A3958-7F53-4FDA-A6C4-707FEFA03574}">
      <dgm:prSet/>
      <dgm:spPr/>
      <dgm:t>
        <a:bodyPr/>
        <a:lstStyle/>
        <a:p>
          <a:endParaRPr lang="en-US"/>
        </a:p>
      </dgm:t>
    </dgm:pt>
    <dgm:pt modelId="{48789EC8-19A7-4761-A7B2-23FB68AFEE2C}">
      <dgm:prSet/>
      <dgm:spPr/>
      <dgm:t>
        <a:bodyPr/>
        <a:lstStyle/>
        <a:p>
          <a:r>
            <a:rPr lang="de-DE">
              <a:latin typeface="Aptos Display" panose="02110004020202020204"/>
            </a:rPr>
            <a:t>Login</a:t>
          </a:r>
          <a:endParaRPr lang="en-US"/>
        </a:p>
      </dgm:t>
    </dgm:pt>
    <dgm:pt modelId="{CF4AA4B5-F443-437E-B169-1A4BAA4CB26F}" type="parTrans" cxnId="{9C022EAF-9B07-46EE-836A-D0641FC87EEE}">
      <dgm:prSet/>
      <dgm:spPr/>
      <dgm:t>
        <a:bodyPr/>
        <a:lstStyle/>
        <a:p>
          <a:endParaRPr lang="en-US"/>
        </a:p>
      </dgm:t>
    </dgm:pt>
    <dgm:pt modelId="{3FE5FA6A-9CD6-4468-975C-925ACA6FC770}" type="sibTrans" cxnId="{9C022EAF-9B07-46EE-836A-D0641FC87EEE}">
      <dgm:prSet/>
      <dgm:spPr/>
      <dgm:t>
        <a:bodyPr/>
        <a:lstStyle/>
        <a:p>
          <a:endParaRPr lang="en-US"/>
        </a:p>
      </dgm:t>
    </dgm:pt>
    <dgm:pt modelId="{FC7AE63D-2A68-4E43-A9DC-45EF723CF2E6}">
      <dgm:prSet/>
      <dgm:spPr/>
      <dgm:t>
        <a:bodyPr/>
        <a:lstStyle/>
        <a:p>
          <a:r>
            <a:rPr lang="de-DE"/>
            <a:t>optimiert für Desktop &amp; Mobilgeräte</a:t>
          </a:r>
          <a:endParaRPr lang="en-US"/>
        </a:p>
      </dgm:t>
    </dgm:pt>
    <dgm:pt modelId="{1512E7EB-DBDA-42D3-A40F-6C6D6D69C469}" type="parTrans" cxnId="{E809817A-6B7D-4614-AB18-62B47C347767}">
      <dgm:prSet/>
      <dgm:spPr/>
      <dgm:t>
        <a:bodyPr/>
        <a:lstStyle/>
        <a:p>
          <a:endParaRPr lang="en-US"/>
        </a:p>
      </dgm:t>
    </dgm:pt>
    <dgm:pt modelId="{FB0584CA-ADAF-4A28-8B22-6E94EDAA3738}" type="sibTrans" cxnId="{E809817A-6B7D-4614-AB18-62B47C347767}">
      <dgm:prSet/>
      <dgm:spPr/>
      <dgm:t>
        <a:bodyPr/>
        <a:lstStyle/>
        <a:p>
          <a:endParaRPr lang="en-US"/>
        </a:p>
      </dgm:t>
    </dgm:pt>
    <dgm:pt modelId="{5240E5DB-9B8C-46AD-86DE-705470A2865B}">
      <dgm:prSet/>
      <dgm:spPr/>
      <dgm:t>
        <a:bodyPr/>
        <a:lstStyle/>
        <a:p>
          <a:r>
            <a:rPr lang="de-DE" b="1"/>
            <a:t>Wissen anwenden</a:t>
          </a:r>
          <a:r>
            <a:rPr lang="de-DE"/>
            <a:t> </a:t>
          </a:r>
          <a:endParaRPr lang="en-US"/>
        </a:p>
      </dgm:t>
    </dgm:pt>
    <dgm:pt modelId="{C88C8C4F-34FE-4038-AC8A-99280EFE471D}" type="parTrans" cxnId="{71ACB0F4-73D3-4489-97B0-F82BDFDF7C0A}">
      <dgm:prSet/>
      <dgm:spPr/>
    </dgm:pt>
    <dgm:pt modelId="{241BFE7C-CE98-4356-9531-96B964462E7A}" type="sibTrans" cxnId="{71ACB0F4-73D3-4489-97B0-F82BDFDF7C0A}">
      <dgm:prSet/>
      <dgm:spPr/>
    </dgm:pt>
    <dgm:pt modelId="{570DB7BC-A08D-40A8-8BB7-31E6C906D8B4}">
      <dgm:prSet/>
      <dgm:spPr/>
      <dgm:t>
        <a:bodyPr/>
        <a:lstStyle/>
        <a:p>
          <a:r>
            <a:rPr lang="de-DE" b="1"/>
            <a:t>Wissen vertiefen</a:t>
          </a:r>
          <a:endParaRPr lang="en-US"/>
        </a:p>
      </dgm:t>
    </dgm:pt>
    <dgm:pt modelId="{77AB52C1-224C-4504-8BCC-A29B2E77AD26}" type="parTrans" cxnId="{B2629585-40EB-4DED-9706-32382C7E3E65}">
      <dgm:prSet/>
      <dgm:spPr/>
    </dgm:pt>
    <dgm:pt modelId="{692AD17A-44EB-4B7B-A590-D9C2F358B42A}" type="sibTrans" cxnId="{B2629585-40EB-4DED-9706-32382C7E3E65}">
      <dgm:prSet/>
      <dgm:spPr/>
    </dgm:pt>
    <dgm:pt modelId="{3381C701-AD65-48FB-9AB6-E69196FB82AE}" type="pres">
      <dgm:prSet presAssocID="{FA5BB486-0574-4F12-BBDA-88859B7DA560}" presName="Name0" presStyleCnt="0">
        <dgm:presLayoutVars>
          <dgm:dir/>
          <dgm:animLvl val="lvl"/>
          <dgm:resizeHandles val="exact"/>
        </dgm:presLayoutVars>
      </dgm:prSet>
      <dgm:spPr/>
    </dgm:pt>
    <dgm:pt modelId="{6DA98C13-CE61-42CC-B261-46E2CB49F52E}" type="pres">
      <dgm:prSet presAssocID="{863E8454-557B-4FFA-832F-8531C5785C52}" presName="linNode" presStyleCnt="0"/>
      <dgm:spPr/>
    </dgm:pt>
    <dgm:pt modelId="{425739D0-B83D-4DB9-BC70-B4691C83D44F}" type="pres">
      <dgm:prSet presAssocID="{863E8454-557B-4FFA-832F-8531C5785C52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4E6B4309-C855-4774-848C-0B6553D07A7C}" type="pres">
      <dgm:prSet presAssocID="{863E8454-557B-4FFA-832F-8531C5785C52}" presName="descendantText" presStyleLbl="alignAccFollowNode1" presStyleIdx="0" presStyleCnt="2">
        <dgm:presLayoutVars>
          <dgm:bulletEnabled val="1"/>
        </dgm:presLayoutVars>
      </dgm:prSet>
      <dgm:spPr/>
    </dgm:pt>
    <dgm:pt modelId="{D9D3C516-894C-424F-929E-C9F19B0A96D6}" type="pres">
      <dgm:prSet presAssocID="{7BF3A25E-FEBF-4EF6-9946-2AA62970520F}" presName="sp" presStyleCnt="0"/>
      <dgm:spPr/>
    </dgm:pt>
    <dgm:pt modelId="{60A5793C-F43A-42DE-86B7-6DC74BBEF5FF}" type="pres">
      <dgm:prSet presAssocID="{76C4ABB1-B00F-4379-A198-E7DB85BD03F6}" presName="linNode" presStyleCnt="0"/>
      <dgm:spPr/>
    </dgm:pt>
    <dgm:pt modelId="{E920925D-C975-4472-B70A-71A7F11C190E}" type="pres">
      <dgm:prSet presAssocID="{76C4ABB1-B00F-4379-A198-E7DB85BD03F6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5034DAF9-E207-47E2-A4F0-95C3AC36EFBA}" type="pres">
      <dgm:prSet presAssocID="{76C4ABB1-B00F-4379-A198-E7DB85BD03F6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1F608304-D7A0-4984-B753-E66E19621E99}" srcId="{FA5BB486-0574-4F12-BBDA-88859B7DA560}" destId="{76C4ABB1-B00F-4379-A198-E7DB85BD03F6}" srcOrd="1" destOrd="0" parTransId="{5E0F6157-3CD1-467B-B6C1-6BD511262A4B}" sibTransId="{7F2611E4-D73D-4091-B33D-6766AA43FF91}"/>
    <dgm:cxn modelId="{5E71F827-F544-42B1-B8A4-F37C3A835672}" type="presOf" srcId="{76C4ABB1-B00F-4379-A198-E7DB85BD03F6}" destId="{E920925D-C975-4472-B70A-71A7F11C190E}" srcOrd="0" destOrd="0" presId="urn:microsoft.com/office/officeart/2005/8/layout/vList5"/>
    <dgm:cxn modelId="{909AAD36-5A2E-4A7C-A6E0-7911AF504C67}" type="presOf" srcId="{FA5BB486-0574-4F12-BBDA-88859B7DA560}" destId="{3381C701-AD65-48FB-9AB6-E69196FB82AE}" srcOrd="0" destOrd="0" presId="urn:microsoft.com/office/officeart/2005/8/layout/vList5"/>
    <dgm:cxn modelId="{13574244-8776-4D1E-AC18-A7FE788A7CF3}" type="presOf" srcId="{FC7AE63D-2A68-4E43-A9DC-45EF723CF2E6}" destId="{5034DAF9-E207-47E2-A4F0-95C3AC36EFBA}" srcOrd="0" destOrd="3" presId="urn:microsoft.com/office/officeart/2005/8/layout/vList5"/>
    <dgm:cxn modelId="{5EF1226A-F043-483D-97FF-12F05F0EE6E3}" type="presOf" srcId="{5240E5DB-9B8C-46AD-86DE-705470A2865B}" destId="{4E6B4309-C855-4774-848C-0B6553D07A7C}" srcOrd="0" destOrd="1" presId="urn:microsoft.com/office/officeart/2005/8/layout/vList5"/>
    <dgm:cxn modelId="{F6E12F6E-D546-4B5E-99D0-553E58C846A2}" type="presOf" srcId="{863E8454-557B-4FFA-832F-8531C5785C52}" destId="{425739D0-B83D-4DB9-BC70-B4691C83D44F}" srcOrd="0" destOrd="0" presId="urn:microsoft.com/office/officeart/2005/8/layout/vList5"/>
    <dgm:cxn modelId="{818A3958-7F53-4FDA-A6C4-707FEFA03574}" srcId="{76C4ABB1-B00F-4379-A198-E7DB85BD03F6}" destId="{3802C646-4B76-4746-9E5E-895C63E10741}" srcOrd="1" destOrd="0" parTransId="{F02ECA66-8B39-42E4-8674-344036BD811E}" sibTransId="{615BBAB2-6421-4D3F-862A-2167BAE1E801}"/>
    <dgm:cxn modelId="{E809817A-6B7D-4614-AB18-62B47C347767}" srcId="{76C4ABB1-B00F-4379-A198-E7DB85BD03F6}" destId="{FC7AE63D-2A68-4E43-A9DC-45EF723CF2E6}" srcOrd="3" destOrd="0" parTransId="{1512E7EB-DBDA-42D3-A40F-6C6D6D69C469}" sibTransId="{FB0584CA-ADAF-4A28-8B22-6E94EDAA3738}"/>
    <dgm:cxn modelId="{B2629585-40EB-4DED-9706-32382C7E3E65}" srcId="{863E8454-557B-4FFA-832F-8531C5785C52}" destId="{570DB7BC-A08D-40A8-8BB7-31E6C906D8B4}" srcOrd="2" destOrd="0" parTransId="{77AB52C1-224C-4504-8BCC-A29B2E77AD26}" sibTransId="{692AD17A-44EB-4B7B-A590-D9C2F358B42A}"/>
    <dgm:cxn modelId="{032CB2AE-B561-4E49-88EE-D1A75746876B}" srcId="{FA5BB486-0574-4F12-BBDA-88859B7DA560}" destId="{863E8454-557B-4FFA-832F-8531C5785C52}" srcOrd="0" destOrd="0" parTransId="{FF910785-B483-4FEE-AF50-A7C25D8A4096}" sibTransId="{7BF3A25E-FEBF-4EF6-9946-2AA62970520F}"/>
    <dgm:cxn modelId="{9C022EAF-9B07-46EE-836A-D0641FC87EEE}" srcId="{76C4ABB1-B00F-4379-A198-E7DB85BD03F6}" destId="{48789EC8-19A7-4761-A7B2-23FB68AFEE2C}" srcOrd="2" destOrd="0" parTransId="{CF4AA4B5-F443-437E-B169-1A4BAA4CB26F}" sibTransId="{3FE5FA6A-9CD6-4468-975C-925ACA6FC770}"/>
    <dgm:cxn modelId="{2D29C0B4-ABDF-4DC9-8AC4-E610FAB04D66}" type="presOf" srcId="{48789EC8-19A7-4761-A7B2-23FB68AFEE2C}" destId="{5034DAF9-E207-47E2-A4F0-95C3AC36EFBA}" srcOrd="0" destOrd="2" presId="urn:microsoft.com/office/officeart/2005/8/layout/vList5"/>
    <dgm:cxn modelId="{578E91D2-98A7-4090-B29F-EAD6C48E23E5}" srcId="{863E8454-557B-4FFA-832F-8531C5785C52}" destId="{6089DD98-3EA3-4AE1-9133-254FB0AF3145}" srcOrd="0" destOrd="0" parTransId="{88727708-313D-4EE8-975A-ABABCA5F2190}" sibTransId="{3449153F-EFAF-436D-BFF7-2A0A392D2947}"/>
    <dgm:cxn modelId="{96B06DDB-FFF6-4747-A924-DEF7CBD8EAC6}" type="presOf" srcId="{8283DC4A-A707-440F-8A4C-0F3E725EB31C}" destId="{5034DAF9-E207-47E2-A4F0-95C3AC36EFBA}" srcOrd="0" destOrd="0" presId="urn:microsoft.com/office/officeart/2005/8/layout/vList5"/>
    <dgm:cxn modelId="{FDB49DE2-F3C6-4F88-AB36-1B46AA1133C3}" type="presOf" srcId="{3802C646-4B76-4746-9E5E-895C63E10741}" destId="{5034DAF9-E207-47E2-A4F0-95C3AC36EFBA}" srcOrd="0" destOrd="1" presId="urn:microsoft.com/office/officeart/2005/8/layout/vList5"/>
    <dgm:cxn modelId="{B93BFAE2-F982-404D-8C3C-6EFB9FA7CD18}" type="presOf" srcId="{6089DD98-3EA3-4AE1-9133-254FB0AF3145}" destId="{4E6B4309-C855-4774-848C-0B6553D07A7C}" srcOrd="0" destOrd="0" presId="urn:microsoft.com/office/officeart/2005/8/layout/vList5"/>
    <dgm:cxn modelId="{C516ECEF-C671-4D81-953E-7CBCAECE2D5A}" srcId="{76C4ABB1-B00F-4379-A198-E7DB85BD03F6}" destId="{8283DC4A-A707-440F-8A4C-0F3E725EB31C}" srcOrd="0" destOrd="0" parTransId="{D131C055-F248-42D2-8711-44B541C2D5D8}" sibTransId="{4B11174C-EAA0-4E78-B673-9F8B66BAB8D8}"/>
    <dgm:cxn modelId="{71ACB0F4-73D3-4489-97B0-F82BDFDF7C0A}" srcId="{863E8454-557B-4FFA-832F-8531C5785C52}" destId="{5240E5DB-9B8C-46AD-86DE-705470A2865B}" srcOrd="1" destOrd="0" parTransId="{C88C8C4F-34FE-4038-AC8A-99280EFE471D}" sibTransId="{241BFE7C-CE98-4356-9531-96B964462E7A}"/>
    <dgm:cxn modelId="{291329F5-57A7-4C11-B02D-3E8861008D48}" type="presOf" srcId="{570DB7BC-A08D-40A8-8BB7-31E6C906D8B4}" destId="{4E6B4309-C855-4774-848C-0B6553D07A7C}" srcOrd="0" destOrd="2" presId="urn:microsoft.com/office/officeart/2005/8/layout/vList5"/>
    <dgm:cxn modelId="{6E243640-1BC2-4BAA-B4CF-167FEEE962B5}" type="presParOf" srcId="{3381C701-AD65-48FB-9AB6-E69196FB82AE}" destId="{6DA98C13-CE61-42CC-B261-46E2CB49F52E}" srcOrd="0" destOrd="0" presId="urn:microsoft.com/office/officeart/2005/8/layout/vList5"/>
    <dgm:cxn modelId="{BCD076AC-1785-4250-BB53-741AFDF71E93}" type="presParOf" srcId="{6DA98C13-CE61-42CC-B261-46E2CB49F52E}" destId="{425739D0-B83D-4DB9-BC70-B4691C83D44F}" srcOrd="0" destOrd="0" presId="urn:microsoft.com/office/officeart/2005/8/layout/vList5"/>
    <dgm:cxn modelId="{51872518-4612-4BF8-9673-F2A55A8033C9}" type="presParOf" srcId="{6DA98C13-CE61-42CC-B261-46E2CB49F52E}" destId="{4E6B4309-C855-4774-848C-0B6553D07A7C}" srcOrd="1" destOrd="0" presId="urn:microsoft.com/office/officeart/2005/8/layout/vList5"/>
    <dgm:cxn modelId="{B74A798D-93C7-4872-B1F0-4D742AF8262B}" type="presParOf" srcId="{3381C701-AD65-48FB-9AB6-E69196FB82AE}" destId="{D9D3C516-894C-424F-929E-C9F19B0A96D6}" srcOrd="1" destOrd="0" presId="urn:microsoft.com/office/officeart/2005/8/layout/vList5"/>
    <dgm:cxn modelId="{186787F2-3394-42FF-999F-FA9E3E96A59E}" type="presParOf" srcId="{3381C701-AD65-48FB-9AB6-E69196FB82AE}" destId="{60A5793C-F43A-42DE-86B7-6DC74BBEF5FF}" srcOrd="2" destOrd="0" presId="urn:microsoft.com/office/officeart/2005/8/layout/vList5"/>
    <dgm:cxn modelId="{454F4758-6903-4322-BD11-AA73461E5C29}" type="presParOf" srcId="{60A5793C-F43A-42DE-86B7-6DC74BBEF5FF}" destId="{E920925D-C975-4472-B70A-71A7F11C190E}" srcOrd="0" destOrd="0" presId="urn:microsoft.com/office/officeart/2005/8/layout/vList5"/>
    <dgm:cxn modelId="{206A99AE-36FF-4981-A0C9-DF375F12BA87}" type="presParOf" srcId="{60A5793C-F43A-42DE-86B7-6DC74BBEF5FF}" destId="{5034DAF9-E207-47E2-A4F0-95C3AC36EFBA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802CC8E-D784-46EC-83DB-7C87E6D921C7}" type="doc">
      <dgm:prSet loTypeId="urn:microsoft.com/office/officeart/2005/8/layout/vList5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2E43D1A0-F594-48CE-88E0-280323B97659}">
      <dgm:prSet/>
      <dgm:spPr/>
      <dgm:t>
        <a:bodyPr/>
        <a:lstStyle/>
        <a:p>
          <a:r>
            <a:rPr lang="de-DE"/>
            <a:t>Will gezielt Inhalte finden(max. 3-Klicks)  </a:t>
          </a:r>
        </a:p>
      </dgm:t>
    </dgm:pt>
    <dgm:pt modelId="{0852EB25-A9AF-4E3F-AACC-6C1C011F73DD}" type="parTrans" cxnId="{FA0A594E-389A-424E-BB4E-22F6F69F2622}">
      <dgm:prSet/>
      <dgm:spPr/>
      <dgm:t>
        <a:bodyPr/>
        <a:lstStyle/>
        <a:p>
          <a:endParaRPr lang="de-DE"/>
        </a:p>
      </dgm:t>
    </dgm:pt>
    <dgm:pt modelId="{A04C927C-C5B0-4322-87CA-6845C957DE8F}" type="sibTrans" cxnId="{FA0A594E-389A-424E-BB4E-22F6F69F2622}">
      <dgm:prSet/>
      <dgm:spPr/>
      <dgm:t>
        <a:bodyPr/>
        <a:lstStyle/>
        <a:p>
          <a:endParaRPr lang="de-DE"/>
        </a:p>
      </dgm:t>
    </dgm:pt>
    <dgm:pt modelId="{F17533E2-EAD4-41FC-82C0-57EE932894EF}">
      <dgm:prSet/>
      <dgm:spPr/>
      <dgm:t>
        <a:bodyPr/>
        <a:lstStyle/>
        <a:p>
          <a:pPr rtl="0"/>
          <a:r>
            <a:rPr lang="de-DE"/>
            <a:t>Dashboard</a:t>
          </a:r>
          <a:r>
            <a:rPr lang="de-DE">
              <a:latin typeface="Aptos Display" panose="02110004020202020204"/>
            </a:rPr>
            <a:t>,</a:t>
          </a:r>
          <a:r>
            <a:rPr lang="de-DE"/>
            <a:t> Themenseite</a:t>
          </a:r>
          <a:r>
            <a:rPr lang="de-DE">
              <a:latin typeface="Aptos Display" panose="02110004020202020204"/>
            </a:rPr>
            <a:t> und Sidebar </a:t>
          </a:r>
          <a:endParaRPr lang="de-DE"/>
        </a:p>
      </dgm:t>
    </dgm:pt>
    <dgm:pt modelId="{5AD775B4-E762-4DB0-815D-523A42B27164}" type="parTrans" cxnId="{39C0F4EE-E996-4C07-AF26-00768DD72B7F}">
      <dgm:prSet/>
      <dgm:spPr/>
      <dgm:t>
        <a:bodyPr/>
        <a:lstStyle/>
        <a:p>
          <a:endParaRPr lang="de-DE"/>
        </a:p>
      </dgm:t>
    </dgm:pt>
    <dgm:pt modelId="{7B52FFBA-3C88-4E96-9163-F78E8FAAEA15}" type="sibTrans" cxnId="{39C0F4EE-E996-4C07-AF26-00768DD72B7F}">
      <dgm:prSet/>
      <dgm:spPr/>
      <dgm:t>
        <a:bodyPr/>
        <a:lstStyle/>
        <a:p>
          <a:endParaRPr lang="de-DE"/>
        </a:p>
      </dgm:t>
    </dgm:pt>
    <dgm:pt modelId="{411A55EF-5B6C-4DAC-B314-8C402D17DD89}">
      <dgm:prSet/>
      <dgm:spPr/>
      <dgm:t>
        <a:bodyPr/>
        <a:lstStyle/>
        <a:p>
          <a:r>
            <a:rPr lang="de-DE"/>
            <a:t>Will Wissen sofort selbst überprüfen/Testen </a:t>
          </a:r>
        </a:p>
      </dgm:t>
    </dgm:pt>
    <dgm:pt modelId="{99EF5558-6CD9-4A5C-BDAF-9C043E6DF8B1}" type="parTrans" cxnId="{FE08738F-32AE-4374-9C47-85B6EF9AE674}">
      <dgm:prSet/>
      <dgm:spPr/>
      <dgm:t>
        <a:bodyPr/>
        <a:lstStyle/>
        <a:p>
          <a:endParaRPr lang="de-DE"/>
        </a:p>
      </dgm:t>
    </dgm:pt>
    <dgm:pt modelId="{749ABA7E-1278-4869-A32D-F5E27B319C5E}" type="sibTrans" cxnId="{FE08738F-32AE-4374-9C47-85B6EF9AE674}">
      <dgm:prSet/>
      <dgm:spPr/>
      <dgm:t>
        <a:bodyPr/>
        <a:lstStyle/>
        <a:p>
          <a:endParaRPr lang="de-DE"/>
        </a:p>
      </dgm:t>
    </dgm:pt>
    <dgm:pt modelId="{23360448-9EA2-45E9-A96C-F4F3E747CE10}">
      <dgm:prSet/>
      <dgm:spPr/>
      <dgm:t>
        <a:bodyPr/>
        <a:lstStyle/>
        <a:p>
          <a:r>
            <a:rPr lang="de-DE"/>
            <a:t>Testfunktion</a:t>
          </a:r>
        </a:p>
      </dgm:t>
    </dgm:pt>
    <dgm:pt modelId="{4EB6755C-F3BA-48AB-8890-D2DF3E28C710}" type="parTrans" cxnId="{6B70BEDC-5B7B-4DF3-A6EA-24272D08D348}">
      <dgm:prSet/>
      <dgm:spPr/>
      <dgm:t>
        <a:bodyPr/>
        <a:lstStyle/>
        <a:p>
          <a:endParaRPr lang="de-DE"/>
        </a:p>
      </dgm:t>
    </dgm:pt>
    <dgm:pt modelId="{6FD85A8B-C701-4D20-ACCF-805BF11AB249}" type="sibTrans" cxnId="{6B70BEDC-5B7B-4DF3-A6EA-24272D08D348}">
      <dgm:prSet/>
      <dgm:spPr/>
      <dgm:t>
        <a:bodyPr/>
        <a:lstStyle/>
        <a:p>
          <a:endParaRPr lang="de-DE"/>
        </a:p>
      </dgm:t>
    </dgm:pt>
    <dgm:pt modelId="{578FDF77-67BF-4348-B773-7E3D295E0737}">
      <dgm:prSet/>
      <dgm:spPr/>
      <dgm:t>
        <a:bodyPr/>
        <a:lstStyle/>
        <a:p>
          <a:r>
            <a:rPr lang="de-DE"/>
            <a:t>Will Offline üben können	</a:t>
          </a:r>
        </a:p>
      </dgm:t>
    </dgm:pt>
    <dgm:pt modelId="{E9C0402B-B006-4CCB-ADF3-21920F4FEC72}" type="parTrans" cxnId="{E281318B-05B7-4897-8ECE-3169CC0B4E43}">
      <dgm:prSet/>
      <dgm:spPr/>
      <dgm:t>
        <a:bodyPr/>
        <a:lstStyle/>
        <a:p>
          <a:endParaRPr lang="de-DE"/>
        </a:p>
      </dgm:t>
    </dgm:pt>
    <dgm:pt modelId="{49ADD671-156E-446F-AB81-B817124530AB}" type="sibTrans" cxnId="{E281318B-05B7-4897-8ECE-3169CC0B4E43}">
      <dgm:prSet/>
      <dgm:spPr/>
      <dgm:t>
        <a:bodyPr/>
        <a:lstStyle/>
        <a:p>
          <a:endParaRPr lang="de-DE"/>
        </a:p>
      </dgm:t>
    </dgm:pt>
    <dgm:pt modelId="{E1B43EEF-DCEA-4038-A315-EC0DBE76C0F6}">
      <dgm:prSet/>
      <dgm:spPr/>
      <dgm:t>
        <a:bodyPr/>
        <a:lstStyle/>
        <a:p>
          <a:r>
            <a:rPr lang="de-DE"/>
            <a:t>PDF-Download Funktion</a:t>
          </a:r>
        </a:p>
      </dgm:t>
    </dgm:pt>
    <dgm:pt modelId="{4D4DEB5B-7C38-47D1-AAB8-D90741993115}" type="parTrans" cxnId="{627C71AF-3B67-47E9-9849-6008D80801D2}">
      <dgm:prSet/>
      <dgm:spPr/>
      <dgm:t>
        <a:bodyPr/>
        <a:lstStyle/>
        <a:p>
          <a:endParaRPr lang="de-DE"/>
        </a:p>
      </dgm:t>
    </dgm:pt>
    <dgm:pt modelId="{69D95AEF-4238-43F9-BA47-056453488FD5}" type="sibTrans" cxnId="{627C71AF-3B67-47E9-9849-6008D80801D2}">
      <dgm:prSet/>
      <dgm:spPr/>
      <dgm:t>
        <a:bodyPr/>
        <a:lstStyle/>
        <a:p>
          <a:endParaRPr lang="de-DE"/>
        </a:p>
      </dgm:t>
    </dgm:pt>
    <dgm:pt modelId="{A924A008-F273-45A3-9692-64FA4AE01C88}">
      <dgm:prSet/>
      <dgm:spPr/>
      <dgm:t>
        <a:bodyPr/>
        <a:lstStyle/>
        <a:p>
          <a:r>
            <a:rPr lang="de-DE"/>
            <a:t>Will Arbeitsblätter direkt ansehen ohne Download </a:t>
          </a:r>
        </a:p>
      </dgm:t>
    </dgm:pt>
    <dgm:pt modelId="{00084F74-9BB0-4059-9812-0A484E997C09}" type="parTrans" cxnId="{C31DC69D-2BFA-49F5-AAA5-3A98F6C8C605}">
      <dgm:prSet/>
      <dgm:spPr/>
      <dgm:t>
        <a:bodyPr/>
        <a:lstStyle/>
        <a:p>
          <a:endParaRPr lang="de-DE"/>
        </a:p>
      </dgm:t>
    </dgm:pt>
    <dgm:pt modelId="{B11CEB57-BDAC-4984-BFF6-DF4435DD3E4C}" type="sibTrans" cxnId="{C31DC69D-2BFA-49F5-AAA5-3A98F6C8C605}">
      <dgm:prSet/>
      <dgm:spPr/>
      <dgm:t>
        <a:bodyPr/>
        <a:lstStyle/>
        <a:p>
          <a:endParaRPr lang="de-DE"/>
        </a:p>
      </dgm:t>
    </dgm:pt>
    <dgm:pt modelId="{26B6881D-7714-4E33-9738-F8466E2B33ED}">
      <dgm:prSet/>
      <dgm:spPr/>
      <dgm:t>
        <a:bodyPr/>
        <a:lstStyle/>
        <a:p>
          <a:r>
            <a:rPr lang="de-DE"/>
            <a:t>Integrierter PDF-Viewer </a:t>
          </a:r>
        </a:p>
      </dgm:t>
    </dgm:pt>
    <dgm:pt modelId="{637994DE-B13C-49D8-AE20-CA7CA6D1B8FD}" type="parTrans" cxnId="{DC0FC0FE-FB8B-4C91-BCF7-41CDAEB46A5F}">
      <dgm:prSet/>
      <dgm:spPr/>
      <dgm:t>
        <a:bodyPr/>
        <a:lstStyle/>
        <a:p>
          <a:endParaRPr lang="de-DE"/>
        </a:p>
      </dgm:t>
    </dgm:pt>
    <dgm:pt modelId="{62002485-2144-4AD9-84A7-3B44059C9BAB}" type="sibTrans" cxnId="{DC0FC0FE-FB8B-4C91-BCF7-41CDAEB46A5F}">
      <dgm:prSet/>
      <dgm:spPr/>
      <dgm:t>
        <a:bodyPr/>
        <a:lstStyle/>
        <a:p>
          <a:endParaRPr lang="de-DE"/>
        </a:p>
      </dgm:t>
    </dgm:pt>
    <dgm:pt modelId="{1E50EBFB-B0EE-47E9-9632-947BC7682779}">
      <dgm:prSet/>
      <dgm:spPr/>
      <dgm:t>
        <a:bodyPr/>
        <a:lstStyle/>
        <a:p>
          <a:r>
            <a:rPr lang="de-DE"/>
            <a:t>Will häufig genutzte Inhalte schneller wiederfinden </a:t>
          </a:r>
        </a:p>
      </dgm:t>
    </dgm:pt>
    <dgm:pt modelId="{9BF8107B-BF3E-4D51-BF7C-1870B2EF5441}" type="parTrans" cxnId="{C8BBF183-E632-4BA7-8262-552ED203BE51}">
      <dgm:prSet/>
      <dgm:spPr/>
      <dgm:t>
        <a:bodyPr/>
        <a:lstStyle/>
        <a:p>
          <a:endParaRPr lang="de-DE"/>
        </a:p>
      </dgm:t>
    </dgm:pt>
    <dgm:pt modelId="{8C48BDCD-F3D3-49A0-B904-6A73A6FD9B3F}" type="sibTrans" cxnId="{C8BBF183-E632-4BA7-8262-552ED203BE51}">
      <dgm:prSet/>
      <dgm:spPr/>
      <dgm:t>
        <a:bodyPr/>
        <a:lstStyle/>
        <a:p>
          <a:endParaRPr lang="de-DE"/>
        </a:p>
      </dgm:t>
    </dgm:pt>
    <dgm:pt modelId="{C17BEC34-4C38-4D70-836C-909EFDB2D329}">
      <dgm:prSet/>
      <dgm:spPr/>
      <dgm:t>
        <a:bodyPr/>
        <a:lstStyle/>
        <a:p>
          <a:r>
            <a:rPr lang="de-DE"/>
            <a:t>Favoriten-Funktion mit Login</a:t>
          </a:r>
        </a:p>
      </dgm:t>
    </dgm:pt>
    <dgm:pt modelId="{0E132FAD-A143-4410-ADE6-5B3AA2E50202}" type="parTrans" cxnId="{89286218-7C9C-43F9-B4A8-885EB54A908A}">
      <dgm:prSet/>
      <dgm:spPr/>
      <dgm:t>
        <a:bodyPr/>
        <a:lstStyle/>
        <a:p>
          <a:endParaRPr lang="de-DE"/>
        </a:p>
      </dgm:t>
    </dgm:pt>
    <dgm:pt modelId="{5A8E9267-F661-4867-A165-71967FA65BE4}" type="sibTrans" cxnId="{89286218-7C9C-43F9-B4A8-885EB54A908A}">
      <dgm:prSet/>
      <dgm:spPr/>
      <dgm:t>
        <a:bodyPr/>
        <a:lstStyle/>
        <a:p>
          <a:endParaRPr lang="de-DE"/>
        </a:p>
      </dgm:t>
    </dgm:pt>
    <dgm:pt modelId="{F691ACF2-2A5D-4D30-919D-A519958E76E8}">
      <dgm:prSet/>
      <dgm:spPr/>
      <dgm:t>
        <a:bodyPr/>
        <a:lstStyle/>
        <a:p>
          <a:r>
            <a:rPr lang="de-DE"/>
            <a:t>Will unterwegs auf dem Handy lernen </a:t>
          </a:r>
        </a:p>
      </dgm:t>
    </dgm:pt>
    <dgm:pt modelId="{F2EC4492-84CA-4FC3-AA64-0D551523819C}" type="parTrans" cxnId="{1D0FEB03-8243-4EEF-8250-F4A0E883B504}">
      <dgm:prSet/>
      <dgm:spPr/>
      <dgm:t>
        <a:bodyPr/>
        <a:lstStyle/>
        <a:p>
          <a:endParaRPr lang="de-DE"/>
        </a:p>
      </dgm:t>
    </dgm:pt>
    <dgm:pt modelId="{F9F9123F-8900-4183-BD94-B28CAA00E1A1}" type="sibTrans" cxnId="{1D0FEB03-8243-4EEF-8250-F4A0E883B504}">
      <dgm:prSet/>
      <dgm:spPr/>
      <dgm:t>
        <a:bodyPr/>
        <a:lstStyle/>
        <a:p>
          <a:endParaRPr lang="de-DE"/>
        </a:p>
      </dgm:t>
    </dgm:pt>
    <dgm:pt modelId="{3B62190E-E9D8-482B-8F01-C82458912095}">
      <dgm:prSet/>
      <dgm:spPr/>
      <dgm:t>
        <a:bodyPr/>
        <a:lstStyle/>
        <a:p>
          <a:r>
            <a:rPr lang="de-DE"/>
            <a:t>Mobile Ansicht</a:t>
          </a:r>
        </a:p>
      </dgm:t>
    </dgm:pt>
    <dgm:pt modelId="{F9612F01-8893-4101-9466-069ED72B0DB9}" type="parTrans" cxnId="{C7ADFCCA-7E45-4F9D-A1FA-B65C661AAF29}">
      <dgm:prSet/>
      <dgm:spPr/>
      <dgm:t>
        <a:bodyPr/>
        <a:lstStyle/>
        <a:p>
          <a:endParaRPr lang="de-DE"/>
        </a:p>
      </dgm:t>
    </dgm:pt>
    <dgm:pt modelId="{6A30C115-42D1-44EA-9962-09673D433183}" type="sibTrans" cxnId="{C7ADFCCA-7E45-4F9D-A1FA-B65C661AAF29}">
      <dgm:prSet/>
      <dgm:spPr/>
      <dgm:t>
        <a:bodyPr/>
        <a:lstStyle/>
        <a:p>
          <a:endParaRPr lang="de-DE"/>
        </a:p>
      </dgm:t>
    </dgm:pt>
    <dgm:pt modelId="{68447E38-6B39-4A77-A525-A5C98892B116}">
      <dgm:prSet/>
      <dgm:spPr/>
      <dgm:t>
        <a:bodyPr/>
        <a:lstStyle/>
        <a:p>
          <a:r>
            <a:rPr lang="de-DE"/>
            <a:t>Versteht Inhalte besser durch Zuschauen</a:t>
          </a:r>
        </a:p>
      </dgm:t>
    </dgm:pt>
    <dgm:pt modelId="{E78AB367-40FB-45FB-9DCD-218501121DD5}" type="parTrans" cxnId="{8FC56BFE-DCDF-40F1-8A98-90809EA4BF21}">
      <dgm:prSet/>
      <dgm:spPr/>
      <dgm:t>
        <a:bodyPr/>
        <a:lstStyle/>
        <a:p>
          <a:endParaRPr lang="de-DE"/>
        </a:p>
      </dgm:t>
    </dgm:pt>
    <dgm:pt modelId="{A0109ABE-6CB8-4760-8148-6B19F2494FDD}" type="sibTrans" cxnId="{8FC56BFE-DCDF-40F1-8A98-90809EA4BF21}">
      <dgm:prSet/>
      <dgm:spPr/>
      <dgm:t>
        <a:bodyPr/>
        <a:lstStyle/>
        <a:p>
          <a:endParaRPr lang="de-DE"/>
        </a:p>
      </dgm:t>
    </dgm:pt>
    <dgm:pt modelId="{C0902027-EF20-40AE-8555-DB8DF4F41AD2}">
      <dgm:prSet/>
      <dgm:spPr/>
      <dgm:t>
        <a:bodyPr/>
        <a:lstStyle/>
        <a:p>
          <a:r>
            <a:rPr lang="de-DE"/>
            <a:t>Video-Verlinkung</a:t>
          </a:r>
        </a:p>
      </dgm:t>
    </dgm:pt>
    <dgm:pt modelId="{64943334-B7B5-40C7-8410-4A8B46DC7DDD}" type="parTrans" cxnId="{64D51EFD-5B56-4E94-B052-45250AAD999C}">
      <dgm:prSet/>
      <dgm:spPr/>
      <dgm:t>
        <a:bodyPr/>
        <a:lstStyle/>
        <a:p>
          <a:endParaRPr lang="de-DE"/>
        </a:p>
      </dgm:t>
    </dgm:pt>
    <dgm:pt modelId="{C96AC2D4-5D4A-46F5-AAC0-9182C6DB569A}" type="sibTrans" cxnId="{64D51EFD-5B56-4E94-B052-45250AAD999C}">
      <dgm:prSet/>
      <dgm:spPr/>
      <dgm:t>
        <a:bodyPr/>
        <a:lstStyle/>
        <a:p>
          <a:endParaRPr lang="de-DE"/>
        </a:p>
      </dgm:t>
    </dgm:pt>
    <dgm:pt modelId="{480EA113-25AE-4846-822D-3943280CBA44}">
      <dgm:prSet/>
      <dgm:spPr/>
      <dgm:t>
        <a:bodyPr/>
        <a:lstStyle/>
        <a:p>
          <a:r>
            <a:rPr lang="de-DE"/>
            <a:t>Will gelernte sofort anwenden </a:t>
          </a:r>
        </a:p>
      </dgm:t>
    </dgm:pt>
    <dgm:pt modelId="{F8AE5196-2209-4FDC-905D-63C68CF1CF02}" type="parTrans" cxnId="{9BA0C8AF-25AD-47EC-88EB-1E966577E183}">
      <dgm:prSet/>
      <dgm:spPr/>
      <dgm:t>
        <a:bodyPr/>
        <a:lstStyle/>
        <a:p>
          <a:endParaRPr lang="de-DE"/>
        </a:p>
      </dgm:t>
    </dgm:pt>
    <dgm:pt modelId="{274A051C-E941-4D37-818C-5C3953B24EEC}" type="sibTrans" cxnId="{9BA0C8AF-25AD-47EC-88EB-1E966577E183}">
      <dgm:prSet/>
      <dgm:spPr/>
      <dgm:t>
        <a:bodyPr/>
        <a:lstStyle/>
        <a:p>
          <a:endParaRPr lang="de-DE"/>
        </a:p>
      </dgm:t>
    </dgm:pt>
    <dgm:pt modelId="{8450B014-8C09-4C47-9EB5-A3895893A4F7}">
      <dgm:prSet/>
      <dgm:spPr/>
      <dgm:t>
        <a:bodyPr/>
        <a:lstStyle/>
        <a:p>
          <a:r>
            <a:rPr lang="de-DE"/>
            <a:t>Direkter Wechsel </a:t>
          </a:r>
          <a:r>
            <a:rPr lang="de-DE" err="1"/>
            <a:t>z.B</a:t>
          </a:r>
          <a:r>
            <a:rPr lang="de-DE"/>
            <a:t> Erklärung zur Übung</a:t>
          </a:r>
        </a:p>
      </dgm:t>
    </dgm:pt>
    <dgm:pt modelId="{9DF2841F-976D-4581-B283-C63F0FD1E677}" type="parTrans" cxnId="{08BD877B-4F72-498D-A80B-6B2EE7327DDF}">
      <dgm:prSet/>
      <dgm:spPr/>
      <dgm:t>
        <a:bodyPr/>
        <a:lstStyle/>
        <a:p>
          <a:endParaRPr lang="de-DE"/>
        </a:p>
      </dgm:t>
    </dgm:pt>
    <dgm:pt modelId="{532EA7FC-62EE-4EFA-BB55-A21D66642015}" type="sibTrans" cxnId="{08BD877B-4F72-498D-A80B-6B2EE7327DDF}">
      <dgm:prSet/>
      <dgm:spPr/>
      <dgm:t>
        <a:bodyPr/>
        <a:lstStyle/>
        <a:p>
          <a:endParaRPr lang="de-DE"/>
        </a:p>
      </dgm:t>
    </dgm:pt>
    <dgm:pt modelId="{20DBF5C0-687A-46B0-A808-7E59B271AF26}" type="pres">
      <dgm:prSet presAssocID="{A802CC8E-D784-46EC-83DB-7C87E6D921C7}" presName="Name0" presStyleCnt="0">
        <dgm:presLayoutVars>
          <dgm:dir/>
          <dgm:animLvl val="lvl"/>
          <dgm:resizeHandles val="exact"/>
        </dgm:presLayoutVars>
      </dgm:prSet>
      <dgm:spPr/>
    </dgm:pt>
    <dgm:pt modelId="{19DA64E7-F975-41A7-8F7F-912E4DE33A03}" type="pres">
      <dgm:prSet presAssocID="{2E43D1A0-F594-48CE-88E0-280323B97659}" presName="linNode" presStyleCnt="0"/>
      <dgm:spPr/>
    </dgm:pt>
    <dgm:pt modelId="{B48117EC-5B35-4E68-8174-B9DE78A1C869}" type="pres">
      <dgm:prSet presAssocID="{2E43D1A0-F594-48CE-88E0-280323B97659}" presName="parentText" presStyleLbl="node1" presStyleIdx="0" presStyleCnt="8">
        <dgm:presLayoutVars>
          <dgm:chMax val="1"/>
          <dgm:bulletEnabled val="1"/>
        </dgm:presLayoutVars>
      </dgm:prSet>
      <dgm:spPr/>
    </dgm:pt>
    <dgm:pt modelId="{62664887-2FF7-496D-93F3-16C0C7CA3686}" type="pres">
      <dgm:prSet presAssocID="{2E43D1A0-F594-48CE-88E0-280323B97659}" presName="descendantText" presStyleLbl="alignAccFollowNode1" presStyleIdx="0" presStyleCnt="8">
        <dgm:presLayoutVars>
          <dgm:bulletEnabled val="1"/>
        </dgm:presLayoutVars>
      </dgm:prSet>
      <dgm:spPr/>
    </dgm:pt>
    <dgm:pt modelId="{3364C75D-78A3-458D-A676-D7ED213F80E4}" type="pres">
      <dgm:prSet presAssocID="{A04C927C-C5B0-4322-87CA-6845C957DE8F}" presName="sp" presStyleCnt="0"/>
      <dgm:spPr/>
    </dgm:pt>
    <dgm:pt modelId="{89B5E8BA-A8D6-494E-98B3-C64D4DFB39D5}" type="pres">
      <dgm:prSet presAssocID="{480EA113-25AE-4846-822D-3943280CBA44}" presName="linNode" presStyleCnt="0"/>
      <dgm:spPr/>
    </dgm:pt>
    <dgm:pt modelId="{246C2D65-58B1-49C1-B953-C2C4D3B3F5B4}" type="pres">
      <dgm:prSet presAssocID="{480EA113-25AE-4846-822D-3943280CBA44}" presName="parentText" presStyleLbl="node1" presStyleIdx="1" presStyleCnt="8" custLinFactNeighborX="0" custLinFactNeighborY="-461">
        <dgm:presLayoutVars>
          <dgm:chMax val="1"/>
          <dgm:bulletEnabled val="1"/>
        </dgm:presLayoutVars>
      </dgm:prSet>
      <dgm:spPr/>
    </dgm:pt>
    <dgm:pt modelId="{782782DB-E5B1-42D7-9DA3-754D5530B21A}" type="pres">
      <dgm:prSet presAssocID="{480EA113-25AE-4846-822D-3943280CBA44}" presName="descendantText" presStyleLbl="alignAccFollowNode1" presStyleIdx="1" presStyleCnt="8">
        <dgm:presLayoutVars>
          <dgm:bulletEnabled val="1"/>
        </dgm:presLayoutVars>
      </dgm:prSet>
      <dgm:spPr/>
    </dgm:pt>
    <dgm:pt modelId="{5B829D16-C4E8-492A-BD61-BC649D3F7566}" type="pres">
      <dgm:prSet presAssocID="{274A051C-E941-4D37-818C-5C3953B24EEC}" presName="sp" presStyleCnt="0"/>
      <dgm:spPr/>
    </dgm:pt>
    <dgm:pt modelId="{4DE1E6BF-B72C-43A5-A1F3-C3CA6185920C}" type="pres">
      <dgm:prSet presAssocID="{578FDF77-67BF-4348-B773-7E3D295E0737}" presName="linNode" presStyleCnt="0"/>
      <dgm:spPr/>
    </dgm:pt>
    <dgm:pt modelId="{F98BFB1D-9C75-447D-B057-903FFFA99DE3}" type="pres">
      <dgm:prSet presAssocID="{578FDF77-67BF-4348-B773-7E3D295E0737}" presName="parentText" presStyleLbl="node1" presStyleIdx="2" presStyleCnt="8">
        <dgm:presLayoutVars>
          <dgm:chMax val="1"/>
          <dgm:bulletEnabled val="1"/>
        </dgm:presLayoutVars>
      </dgm:prSet>
      <dgm:spPr/>
    </dgm:pt>
    <dgm:pt modelId="{F33FDA31-9DC4-42DA-9817-BC2D49657276}" type="pres">
      <dgm:prSet presAssocID="{578FDF77-67BF-4348-B773-7E3D295E0737}" presName="descendantText" presStyleLbl="alignAccFollowNode1" presStyleIdx="2" presStyleCnt="8">
        <dgm:presLayoutVars>
          <dgm:bulletEnabled val="1"/>
        </dgm:presLayoutVars>
      </dgm:prSet>
      <dgm:spPr/>
    </dgm:pt>
    <dgm:pt modelId="{D2C1D70C-36D3-4D92-A971-2E11CDA9F52B}" type="pres">
      <dgm:prSet presAssocID="{49ADD671-156E-446F-AB81-B817124530AB}" presName="sp" presStyleCnt="0"/>
      <dgm:spPr/>
    </dgm:pt>
    <dgm:pt modelId="{56D53A26-68B0-4B44-8BEF-9D67A4B59B2B}" type="pres">
      <dgm:prSet presAssocID="{A924A008-F273-45A3-9692-64FA4AE01C88}" presName="linNode" presStyleCnt="0"/>
      <dgm:spPr/>
    </dgm:pt>
    <dgm:pt modelId="{ADB0228C-4E63-4D7A-8728-1F32742F39B8}" type="pres">
      <dgm:prSet presAssocID="{A924A008-F273-45A3-9692-64FA4AE01C88}" presName="parentText" presStyleLbl="node1" presStyleIdx="3" presStyleCnt="8">
        <dgm:presLayoutVars>
          <dgm:chMax val="1"/>
          <dgm:bulletEnabled val="1"/>
        </dgm:presLayoutVars>
      </dgm:prSet>
      <dgm:spPr/>
    </dgm:pt>
    <dgm:pt modelId="{453E6D0F-9D35-4860-A03E-C4F167F957EB}" type="pres">
      <dgm:prSet presAssocID="{A924A008-F273-45A3-9692-64FA4AE01C88}" presName="descendantText" presStyleLbl="alignAccFollowNode1" presStyleIdx="3" presStyleCnt="8">
        <dgm:presLayoutVars>
          <dgm:bulletEnabled val="1"/>
        </dgm:presLayoutVars>
      </dgm:prSet>
      <dgm:spPr/>
    </dgm:pt>
    <dgm:pt modelId="{E269BFAB-D123-4F42-BFE6-622658B1D7EF}" type="pres">
      <dgm:prSet presAssocID="{B11CEB57-BDAC-4984-BFF6-DF4435DD3E4C}" presName="sp" presStyleCnt="0"/>
      <dgm:spPr/>
    </dgm:pt>
    <dgm:pt modelId="{72420EAB-7E64-401C-AF5F-7779CCF78A9A}" type="pres">
      <dgm:prSet presAssocID="{68447E38-6B39-4A77-A525-A5C98892B116}" presName="linNode" presStyleCnt="0"/>
      <dgm:spPr/>
    </dgm:pt>
    <dgm:pt modelId="{4BFE0FCB-A640-4AAF-ACC8-ADEB4F822771}" type="pres">
      <dgm:prSet presAssocID="{68447E38-6B39-4A77-A525-A5C98892B116}" presName="parentText" presStyleLbl="node1" presStyleIdx="4" presStyleCnt="8">
        <dgm:presLayoutVars>
          <dgm:chMax val="1"/>
          <dgm:bulletEnabled val="1"/>
        </dgm:presLayoutVars>
      </dgm:prSet>
      <dgm:spPr/>
    </dgm:pt>
    <dgm:pt modelId="{20A01875-66C6-4C55-ABFC-B9E0625E022F}" type="pres">
      <dgm:prSet presAssocID="{68447E38-6B39-4A77-A525-A5C98892B116}" presName="descendantText" presStyleLbl="alignAccFollowNode1" presStyleIdx="4" presStyleCnt="8">
        <dgm:presLayoutVars>
          <dgm:bulletEnabled val="1"/>
        </dgm:presLayoutVars>
      </dgm:prSet>
      <dgm:spPr/>
    </dgm:pt>
    <dgm:pt modelId="{60A75945-4CEE-471D-80BB-4B01665E9883}" type="pres">
      <dgm:prSet presAssocID="{A0109ABE-6CB8-4760-8148-6B19F2494FDD}" presName="sp" presStyleCnt="0"/>
      <dgm:spPr/>
    </dgm:pt>
    <dgm:pt modelId="{E8C200A1-EB6F-44CD-ACF0-02FBB842199D}" type="pres">
      <dgm:prSet presAssocID="{411A55EF-5B6C-4DAC-B314-8C402D17DD89}" presName="linNode" presStyleCnt="0"/>
      <dgm:spPr/>
    </dgm:pt>
    <dgm:pt modelId="{315B3E10-5EE0-48CB-B88A-2AACED17E347}" type="pres">
      <dgm:prSet presAssocID="{411A55EF-5B6C-4DAC-B314-8C402D17DD89}" presName="parentText" presStyleLbl="node1" presStyleIdx="5" presStyleCnt="8">
        <dgm:presLayoutVars>
          <dgm:chMax val="1"/>
          <dgm:bulletEnabled val="1"/>
        </dgm:presLayoutVars>
      </dgm:prSet>
      <dgm:spPr/>
    </dgm:pt>
    <dgm:pt modelId="{BDCDDA74-EFD7-4967-B2BB-8EFBF23981F0}" type="pres">
      <dgm:prSet presAssocID="{411A55EF-5B6C-4DAC-B314-8C402D17DD89}" presName="descendantText" presStyleLbl="alignAccFollowNode1" presStyleIdx="5" presStyleCnt="8">
        <dgm:presLayoutVars>
          <dgm:bulletEnabled val="1"/>
        </dgm:presLayoutVars>
      </dgm:prSet>
      <dgm:spPr/>
    </dgm:pt>
    <dgm:pt modelId="{2C650D16-BFBC-4C1D-9F9F-24907EE7386E}" type="pres">
      <dgm:prSet presAssocID="{749ABA7E-1278-4869-A32D-F5E27B319C5E}" presName="sp" presStyleCnt="0"/>
      <dgm:spPr/>
    </dgm:pt>
    <dgm:pt modelId="{6BC25AED-BFFE-4996-A202-EC5F80B88EE2}" type="pres">
      <dgm:prSet presAssocID="{1E50EBFB-B0EE-47E9-9632-947BC7682779}" presName="linNode" presStyleCnt="0"/>
      <dgm:spPr/>
    </dgm:pt>
    <dgm:pt modelId="{0FD22470-ACC0-48DA-9F8C-A998C252C853}" type="pres">
      <dgm:prSet presAssocID="{1E50EBFB-B0EE-47E9-9632-947BC7682779}" presName="parentText" presStyleLbl="node1" presStyleIdx="6" presStyleCnt="8">
        <dgm:presLayoutVars>
          <dgm:chMax val="1"/>
          <dgm:bulletEnabled val="1"/>
        </dgm:presLayoutVars>
      </dgm:prSet>
      <dgm:spPr/>
    </dgm:pt>
    <dgm:pt modelId="{09A709F3-2315-4AA2-8FCF-2DAA0C769163}" type="pres">
      <dgm:prSet presAssocID="{1E50EBFB-B0EE-47E9-9632-947BC7682779}" presName="descendantText" presStyleLbl="alignAccFollowNode1" presStyleIdx="6" presStyleCnt="8">
        <dgm:presLayoutVars>
          <dgm:bulletEnabled val="1"/>
        </dgm:presLayoutVars>
      </dgm:prSet>
      <dgm:spPr/>
    </dgm:pt>
    <dgm:pt modelId="{8F2F8433-E366-45C8-B20D-688832C646C8}" type="pres">
      <dgm:prSet presAssocID="{8C48BDCD-F3D3-49A0-B904-6A73A6FD9B3F}" presName="sp" presStyleCnt="0"/>
      <dgm:spPr/>
    </dgm:pt>
    <dgm:pt modelId="{15235E71-8522-4664-8F76-6CECBC8E0969}" type="pres">
      <dgm:prSet presAssocID="{F691ACF2-2A5D-4D30-919D-A519958E76E8}" presName="linNode" presStyleCnt="0"/>
      <dgm:spPr/>
    </dgm:pt>
    <dgm:pt modelId="{2B5A1040-9CAB-4FBD-9D86-F959B360F159}" type="pres">
      <dgm:prSet presAssocID="{F691ACF2-2A5D-4D30-919D-A519958E76E8}" presName="parentText" presStyleLbl="node1" presStyleIdx="7" presStyleCnt="8">
        <dgm:presLayoutVars>
          <dgm:chMax val="1"/>
          <dgm:bulletEnabled val="1"/>
        </dgm:presLayoutVars>
      </dgm:prSet>
      <dgm:spPr/>
    </dgm:pt>
    <dgm:pt modelId="{D7B09C80-4CB7-4D23-8CC3-B96CF3F46AE0}" type="pres">
      <dgm:prSet presAssocID="{F691ACF2-2A5D-4D30-919D-A519958E76E8}" presName="descendantText" presStyleLbl="alignAccFollowNode1" presStyleIdx="7" presStyleCnt="8">
        <dgm:presLayoutVars>
          <dgm:bulletEnabled val="1"/>
        </dgm:presLayoutVars>
      </dgm:prSet>
      <dgm:spPr/>
    </dgm:pt>
  </dgm:ptLst>
  <dgm:cxnLst>
    <dgm:cxn modelId="{1D0FEB03-8243-4EEF-8250-F4A0E883B504}" srcId="{A802CC8E-D784-46EC-83DB-7C87E6D921C7}" destId="{F691ACF2-2A5D-4D30-919D-A519958E76E8}" srcOrd="7" destOrd="0" parTransId="{F2EC4492-84CA-4FC3-AA64-0D551523819C}" sibTransId="{F9F9123F-8900-4183-BD94-B28CAA00E1A1}"/>
    <dgm:cxn modelId="{176EE205-7001-42EE-B1D2-CEC2C1DCD018}" type="presOf" srcId="{68447E38-6B39-4A77-A525-A5C98892B116}" destId="{4BFE0FCB-A640-4AAF-ACC8-ADEB4F822771}" srcOrd="0" destOrd="0" presId="urn:microsoft.com/office/officeart/2005/8/layout/vList5"/>
    <dgm:cxn modelId="{9C35B00C-C10D-49A0-8249-344EAF8BD7FE}" type="presOf" srcId="{2E43D1A0-F594-48CE-88E0-280323B97659}" destId="{B48117EC-5B35-4E68-8174-B9DE78A1C869}" srcOrd="0" destOrd="0" presId="urn:microsoft.com/office/officeart/2005/8/layout/vList5"/>
    <dgm:cxn modelId="{89286218-7C9C-43F9-B4A8-885EB54A908A}" srcId="{1E50EBFB-B0EE-47E9-9632-947BC7682779}" destId="{C17BEC34-4C38-4D70-836C-909EFDB2D329}" srcOrd="0" destOrd="0" parTransId="{0E132FAD-A143-4410-ADE6-5B3AA2E50202}" sibTransId="{5A8E9267-F661-4867-A165-71967FA65BE4}"/>
    <dgm:cxn modelId="{A16C4926-97B1-4690-BFBA-838FAADAD9D9}" type="presOf" srcId="{23360448-9EA2-45E9-A96C-F4F3E747CE10}" destId="{BDCDDA74-EFD7-4967-B2BB-8EFBF23981F0}" srcOrd="0" destOrd="0" presId="urn:microsoft.com/office/officeart/2005/8/layout/vList5"/>
    <dgm:cxn modelId="{136AC427-5882-45E2-B483-F16DD8B6E702}" type="presOf" srcId="{C17BEC34-4C38-4D70-836C-909EFDB2D329}" destId="{09A709F3-2315-4AA2-8FCF-2DAA0C769163}" srcOrd="0" destOrd="0" presId="urn:microsoft.com/office/officeart/2005/8/layout/vList5"/>
    <dgm:cxn modelId="{A665A137-1F04-4309-881D-B4ACDD79E026}" type="presOf" srcId="{411A55EF-5B6C-4DAC-B314-8C402D17DD89}" destId="{315B3E10-5EE0-48CB-B88A-2AACED17E347}" srcOrd="0" destOrd="0" presId="urn:microsoft.com/office/officeart/2005/8/layout/vList5"/>
    <dgm:cxn modelId="{C2EF4D5C-9B04-4009-908C-9E064BD9E16A}" type="presOf" srcId="{480EA113-25AE-4846-822D-3943280CBA44}" destId="{246C2D65-58B1-49C1-B953-C2C4D3B3F5B4}" srcOrd="0" destOrd="0" presId="urn:microsoft.com/office/officeart/2005/8/layout/vList5"/>
    <dgm:cxn modelId="{81A6085F-82EE-4811-BAD8-01D2721FCB8E}" type="presOf" srcId="{26B6881D-7714-4E33-9738-F8466E2B33ED}" destId="{453E6D0F-9D35-4860-A03E-C4F167F957EB}" srcOrd="0" destOrd="0" presId="urn:microsoft.com/office/officeart/2005/8/layout/vList5"/>
    <dgm:cxn modelId="{F5759469-3061-43A8-A13B-70CDA1C75DF5}" type="presOf" srcId="{A802CC8E-D784-46EC-83DB-7C87E6D921C7}" destId="{20DBF5C0-687A-46B0-A808-7E59B271AF26}" srcOrd="0" destOrd="0" presId="urn:microsoft.com/office/officeart/2005/8/layout/vList5"/>
    <dgm:cxn modelId="{F000E74D-A437-4700-A26D-2284C8357A74}" type="presOf" srcId="{F691ACF2-2A5D-4D30-919D-A519958E76E8}" destId="{2B5A1040-9CAB-4FBD-9D86-F959B360F159}" srcOrd="0" destOrd="0" presId="urn:microsoft.com/office/officeart/2005/8/layout/vList5"/>
    <dgm:cxn modelId="{FA0A594E-389A-424E-BB4E-22F6F69F2622}" srcId="{A802CC8E-D784-46EC-83DB-7C87E6D921C7}" destId="{2E43D1A0-F594-48CE-88E0-280323B97659}" srcOrd="0" destOrd="0" parTransId="{0852EB25-A9AF-4E3F-AACC-6C1C011F73DD}" sibTransId="{A04C927C-C5B0-4322-87CA-6845C957DE8F}"/>
    <dgm:cxn modelId="{7F1A4C50-951F-4B71-8B2A-AD31B62975A0}" type="presOf" srcId="{3B62190E-E9D8-482B-8F01-C82458912095}" destId="{D7B09C80-4CB7-4D23-8CC3-B96CF3F46AE0}" srcOrd="0" destOrd="0" presId="urn:microsoft.com/office/officeart/2005/8/layout/vList5"/>
    <dgm:cxn modelId="{08BD877B-4F72-498D-A80B-6B2EE7327DDF}" srcId="{480EA113-25AE-4846-822D-3943280CBA44}" destId="{8450B014-8C09-4C47-9EB5-A3895893A4F7}" srcOrd="0" destOrd="0" parTransId="{9DF2841F-976D-4581-B283-C63F0FD1E677}" sibTransId="{532EA7FC-62EE-4EFA-BB55-A21D66642015}"/>
    <dgm:cxn modelId="{BB4D3482-B382-46EA-AF0A-8FE5C8D84705}" type="presOf" srcId="{A924A008-F273-45A3-9692-64FA4AE01C88}" destId="{ADB0228C-4E63-4D7A-8728-1F32742F39B8}" srcOrd="0" destOrd="0" presId="urn:microsoft.com/office/officeart/2005/8/layout/vList5"/>
    <dgm:cxn modelId="{C8BBF183-E632-4BA7-8262-552ED203BE51}" srcId="{A802CC8E-D784-46EC-83DB-7C87E6D921C7}" destId="{1E50EBFB-B0EE-47E9-9632-947BC7682779}" srcOrd="6" destOrd="0" parTransId="{9BF8107B-BF3E-4D51-BF7C-1870B2EF5441}" sibTransId="{8C48BDCD-F3D3-49A0-B904-6A73A6FD9B3F}"/>
    <dgm:cxn modelId="{E281318B-05B7-4897-8ECE-3169CC0B4E43}" srcId="{A802CC8E-D784-46EC-83DB-7C87E6D921C7}" destId="{578FDF77-67BF-4348-B773-7E3D295E0737}" srcOrd="2" destOrd="0" parTransId="{E9C0402B-B006-4CCB-ADF3-21920F4FEC72}" sibTransId="{49ADD671-156E-446F-AB81-B817124530AB}"/>
    <dgm:cxn modelId="{FE08738F-32AE-4374-9C47-85B6EF9AE674}" srcId="{A802CC8E-D784-46EC-83DB-7C87E6D921C7}" destId="{411A55EF-5B6C-4DAC-B314-8C402D17DD89}" srcOrd="5" destOrd="0" parTransId="{99EF5558-6CD9-4A5C-BDAF-9C043E6DF8B1}" sibTransId="{749ABA7E-1278-4869-A32D-F5E27B319C5E}"/>
    <dgm:cxn modelId="{C31DC69D-2BFA-49F5-AAA5-3A98F6C8C605}" srcId="{A802CC8E-D784-46EC-83DB-7C87E6D921C7}" destId="{A924A008-F273-45A3-9692-64FA4AE01C88}" srcOrd="3" destOrd="0" parTransId="{00084F74-9BB0-4059-9812-0A484E997C09}" sibTransId="{B11CEB57-BDAC-4984-BFF6-DF4435DD3E4C}"/>
    <dgm:cxn modelId="{4DAFCCA4-303A-417A-86BC-3087BC34547D}" type="presOf" srcId="{8450B014-8C09-4C47-9EB5-A3895893A4F7}" destId="{782782DB-E5B1-42D7-9DA3-754D5530B21A}" srcOrd="0" destOrd="0" presId="urn:microsoft.com/office/officeart/2005/8/layout/vList5"/>
    <dgm:cxn modelId="{79E53FAC-8938-4DE3-A539-0782AC82D82E}" type="presOf" srcId="{F17533E2-EAD4-41FC-82C0-57EE932894EF}" destId="{62664887-2FF7-496D-93F3-16C0C7CA3686}" srcOrd="0" destOrd="0" presId="urn:microsoft.com/office/officeart/2005/8/layout/vList5"/>
    <dgm:cxn modelId="{627C71AF-3B67-47E9-9849-6008D80801D2}" srcId="{578FDF77-67BF-4348-B773-7E3D295E0737}" destId="{E1B43EEF-DCEA-4038-A315-EC0DBE76C0F6}" srcOrd="0" destOrd="0" parTransId="{4D4DEB5B-7C38-47D1-AAB8-D90741993115}" sibTransId="{69D95AEF-4238-43F9-BA47-056453488FD5}"/>
    <dgm:cxn modelId="{9BA0C8AF-25AD-47EC-88EB-1E966577E183}" srcId="{A802CC8E-D784-46EC-83DB-7C87E6D921C7}" destId="{480EA113-25AE-4846-822D-3943280CBA44}" srcOrd="1" destOrd="0" parTransId="{F8AE5196-2209-4FDC-905D-63C68CF1CF02}" sibTransId="{274A051C-E941-4D37-818C-5C3953B24EEC}"/>
    <dgm:cxn modelId="{45ACF2B7-6370-4804-AF47-2E8C0A55C7EE}" type="presOf" srcId="{C0902027-EF20-40AE-8555-DB8DF4F41AD2}" destId="{20A01875-66C6-4C55-ABFC-B9E0625E022F}" srcOrd="0" destOrd="0" presId="urn:microsoft.com/office/officeart/2005/8/layout/vList5"/>
    <dgm:cxn modelId="{C7ADFCCA-7E45-4F9D-A1FA-B65C661AAF29}" srcId="{F691ACF2-2A5D-4D30-919D-A519958E76E8}" destId="{3B62190E-E9D8-482B-8F01-C82458912095}" srcOrd="0" destOrd="0" parTransId="{F9612F01-8893-4101-9466-069ED72B0DB9}" sibTransId="{6A30C115-42D1-44EA-9962-09673D433183}"/>
    <dgm:cxn modelId="{6B70BEDC-5B7B-4DF3-A6EA-24272D08D348}" srcId="{411A55EF-5B6C-4DAC-B314-8C402D17DD89}" destId="{23360448-9EA2-45E9-A96C-F4F3E747CE10}" srcOrd="0" destOrd="0" parTransId="{4EB6755C-F3BA-48AB-8890-D2DF3E28C710}" sibTransId="{6FD85A8B-C701-4D20-ACCF-805BF11AB249}"/>
    <dgm:cxn modelId="{39C0F4EE-E996-4C07-AF26-00768DD72B7F}" srcId="{2E43D1A0-F594-48CE-88E0-280323B97659}" destId="{F17533E2-EAD4-41FC-82C0-57EE932894EF}" srcOrd="0" destOrd="0" parTransId="{5AD775B4-E762-4DB0-815D-523A42B27164}" sibTransId="{7B52FFBA-3C88-4E96-9163-F78E8FAAEA15}"/>
    <dgm:cxn modelId="{87A7D0F1-F83D-4949-93A8-2F605C9A5186}" type="presOf" srcId="{1E50EBFB-B0EE-47E9-9632-947BC7682779}" destId="{0FD22470-ACC0-48DA-9F8C-A998C252C853}" srcOrd="0" destOrd="0" presId="urn:microsoft.com/office/officeart/2005/8/layout/vList5"/>
    <dgm:cxn modelId="{44F969F2-AE07-452F-B4CA-C41C953C29C5}" type="presOf" srcId="{578FDF77-67BF-4348-B773-7E3D295E0737}" destId="{F98BFB1D-9C75-447D-B057-903FFFA99DE3}" srcOrd="0" destOrd="0" presId="urn:microsoft.com/office/officeart/2005/8/layout/vList5"/>
    <dgm:cxn modelId="{64D51EFD-5B56-4E94-B052-45250AAD999C}" srcId="{68447E38-6B39-4A77-A525-A5C98892B116}" destId="{C0902027-EF20-40AE-8555-DB8DF4F41AD2}" srcOrd="0" destOrd="0" parTransId="{64943334-B7B5-40C7-8410-4A8B46DC7DDD}" sibTransId="{C96AC2D4-5D4A-46F5-AAC0-9182C6DB569A}"/>
    <dgm:cxn modelId="{1CA4D3FD-F1D4-4F0E-BDCD-86F970A9A1E9}" type="presOf" srcId="{E1B43EEF-DCEA-4038-A315-EC0DBE76C0F6}" destId="{F33FDA31-9DC4-42DA-9817-BC2D49657276}" srcOrd="0" destOrd="0" presId="urn:microsoft.com/office/officeart/2005/8/layout/vList5"/>
    <dgm:cxn modelId="{8FC56BFE-DCDF-40F1-8A98-90809EA4BF21}" srcId="{A802CC8E-D784-46EC-83DB-7C87E6D921C7}" destId="{68447E38-6B39-4A77-A525-A5C98892B116}" srcOrd="4" destOrd="0" parTransId="{E78AB367-40FB-45FB-9DCD-218501121DD5}" sibTransId="{A0109ABE-6CB8-4760-8148-6B19F2494FDD}"/>
    <dgm:cxn modelId="{DC0FC0FE-FB8B-4C91-BCF7-41CDAEB46A5F}" srcId="{A924A008-F273-45A3-9692-64FA4AE01C88}" destId="{26B6881D-7714-4E33-9738-F8466E2B33ED}" srcOrd="0" destOrd="0" parTransId="{637994DE-B13C-49D8-AE20-CA7CA6D1B8FD}" sibTransId="{62002485-2144-4AD9-84A7-3B44059C9BAB}"/>
    <dgm:cxn modelId="{89061C88-026C-4202-B92F-EC3403A942D1}" type="presParOf" srcId="{20DBF5C0-687A-46B0-A808-7E59B271AF26}" destId="{19DA64E7-F975-41A7-8F7F-912E4DE33A03}" srcOrd="0" destOrd="0" presId="urn:microsoft.com/office/officeart/2005/8/layout/vList5"/>
    <dgm:cxn modelId="{37A722BE-5DF4-4385-8F47-5B681C87D1D7}" type="presParOf" srcId="{19DA64E7-F975-41A7-8F7F-912E4DE33A03}" destId="{B48117EC-5B35-4E68-8174-B9DE78A1C869}" srcOrd="0" destOrd="0" presId="urn:microsoft.com/office/officeart/2005/8/layout/vList5"/>
    <dgm:cxn modelId="{9F27C930-1450-42B5-99F1-818F2829F6C7}" type="presParOf" srcId="{19DA64E7-F975-41A7-8F7F-912E4DE33A03}" destId="{62664887-2FF7-496D-93F3-16C0C7CA3686}" srcOrd="1" destOrd="0" presId="urn:microsoft.com/office/officeart/2005/8/layout/vList5"/>
    <dgm:cxn modelId="{888A5065-1B08-4853-A5BC-68962412BA83}" type="presParOf" srcId="{20DBF5C0-687A-46B0-A808-7E59B271AF26}" destId="{3364C75D-78A3-458D-A676-D7ED213F80E4}" srcOrd="1" destOrd="0" presId="urn:microsoft.com/office/officeart/2005/8/layout/vList5"/>
    <dgm:cxn modelId="{F4CFB253-0D91-4D1F-919B-35EF8444E23E}" type="presParOf" srcId="{20DBF5C0-687A-46B0-A808-7E59B271AF26}" destId="{89B5E8BA-A8D6-494E-98B3-C64D4DFB39D5}" srcOrd="2" destOrd="0" presId="urn:microsoft.com/office/officeart/2005/8/layout/vList5"/>
    <dgm:cxn modelId="{CA2CA75C-F8F8-44C4-AC88-91E07EA4788B}" type="presParOf" srcId="{89B5E8BA-A8D6-494E-98B3-C64D4DFB39D5}" destId="{246C2D65-58B1-49C1-B953-C2C4D3B3F5B4}" srcOrd="0" destOrd="0" presId="urn:microsoft.com/office/officeart/2005/8/layout/vList5"/>
    <dgm:cxn modelId="{54961BC6-AE6F-4A36-806F-F310B2EB6CCF}" type="presParOf" srcId="{89B5E8BA-A8D6-494E-98B3-C64D4DFB39D5}" destId="{782782DB-E5B1-42D7-9DA3-754D5530B21A}" srcOrd="1" destOrd="0" presId="urn:microsoft.com/office/officeart/2005/8/layout/vList5"/>
    <dgm:cxn modelId="{45EA5D4D-B2F5-4E82-B0D0-46CF34992D5D}" type="presParOf" srcId="{20DBF5C0-687A-46B0-A808-7E59B271AF26}" destId="{5B829D16-C4E8-492A-BD61-BC649D3F7566}" srcOrd="3" destOrd="0" presId="urn:microsoft.com/office/officeart/2005/8/layout/vList5"/>
    <dgm:cxn modelId="{6408F811-D913-414D-BFC9-E852E4CCA74A}" type="presParOf" srcId="{20DBF5C0-687A-46B0-A808-7E59B271AF26}" destId="{4DE1E6BF-B72C-43A5-A1F3-C3CA6185920C}" srcOrd="4" destOrd="0" presId="urn:microsoft.com/office/officeart/2005/8/layout/vList5"/>
    <dgm:cxn modelId="{CCD02820-5FF3-4180-92A4-21466BC67EBF}" type="presParOf" srcId="{4DE1E6BF-B72C-43A5-A1F3-C3CA6185920C}" destId="{F98BFB1D-9C75-447D-B057-903FFFA99DE3}" srcOrd="0" destOrd="0" presId="urn:microsoft.com/office/officeart/2005/8/layout/vList5"/>
    <dgm:cxn modelId="{09B1A9D0-ADB3-4429-B3AA-645FB48BEE18}" type="presParOf" srcId="{4DE1E6BF-B72C-43A5-A1F3-C3CA6185920C}" destId="{F33FDA31-9DC4-42DA-9817-BC2D49657276}" srcOrd="1" destOrd="0" presId="urn:microsoft.com/office/officeart/2005/8/layout/vList5"/>
    <dgm:cxn modelId="{AED2B03B-8F21-4D67-A869-0CEB9C852C54}" type="presParOf" srcId="{20DBF5C0-687A-46B0-A808-7E59B271AF26}" destId="{D2C1D70C-36D3-4D92-A971-2E11CDA9F52B}" srcOrd="5" destOrd="0" presId="urn:microsoft.com/office/officeart/2005/8/layout/vList5"/>
    <dgm:cxn modelId="{45D7303F-B626-44EC-92E1-423117A5D2F5}" type="presParOf" srcId="{20DBF5C0-687A-46B0-A808-7E59B271AF26}" destId="{56D53A26-68B0-4B44-8BEF-9D67A4B59B2B}" srcOrd="6" destOrd="0" presId="urn:microsoft.com/office/officeart/2005/8/layout/vList5"/>
    <dgm:cxn modelId="{5BBFA94D-0646-422D-856E-82D78ACFE5DC}" type="presParOf" srcId="{56D53A26-68B0-4B44-8BEF-9D67A4B59B2B}" destId="{ADB0228C-4E63-4D7A-8728-1F32742F39B8}" srcOrd="0" destOrd="0" presId="urn:microsoft.com/office/officeart/2005/8/layout/vList5"/>
    <dgm:cxn modelId="{B32EC5EC-7D22-4AC0-A7F3-07D6AEFFCD93}" type="presParOf" srcId="{56D53A26-68B0-4B44-8BEF-9D67A4B59B2B}" destId="{453E6D0F-9D35-4860-A03E-C4F167F957EB}" srcOrd="1" destOrd="0" presId="urn:microsoft.com/office/officeart/2005/8/layout/vList5"/>
    <dgm:cxn modelId="{A67D5165-4771-4F2B-BE95-22D41BC9B68C}" type="presParOf" srcId="{20DBF5C0-687A-46B0-A808-7E59B271AF26}" destId="{E269BFAB-D123-4F42-BFE6-622658B1D7EF}" srcOrd="7" destOrd="0" presId="urn:microsoft.com/office/officeart/2005/8/layout/vList5"/>
    <dgm:cxn modelId="{28D86FED-BC06-4BBB-9641-05FD5504137B}" type="presParOf" srcId="{20DBF5C0-687A-46B0-A808-7E59B271AF26}" destId="{72420EAB-7E64-401C-AF5F-7779CCF78A9A}" srcOrd="8" destOrd="0" presId="urn:microsoft.com/office/officeart/2005/8/layout/vList5"/>
    <dgm:cxn modelId="{B64B3454-9564-4154-BF37-8E88F7C99711}" type="presParOf" srcId="{72420EAB-7E64-401C-AF5F-7779CCF78A9A}" destId="{4BFE0FCB-A640-4AAF-ACC8-ADEB4F822771}" srcOrd="0" destOrd="0" presId="urn:microsoft.com/office/officeart/2005/8/layout/vList5"/>
    <dgm:cxn modelId="{8076DD72-C12D-4BFD-BF6D-0BFD5DF6FA4B}" type="presParOf" srcId="{72420EAB-7E64-401C-AF5F-7779CCF78A9A}" destId="{20A01875-66C6-4C55-ABFC-B9E0625E022F}" srcOrd="1" destOrd="0" presId="urn:microsoft.com/office/officeart/2005/8/layout/vList5"/>
    <dgm:cxn modelId="{2C9C887A-3264-4FA0-934E-030FFEC211B6}" type="presParOf" srcId="{20DBF5C0-687A-46B0-A808-7E59B271AF26}" destId="{60A75945-4CEE-471D-80BB-4B01665E9883}" srcOrd="9" destOrd="0" presId="urn:microsoft.com/office/officeart/2005/8/layout/vList5"/>
    <dgm:cxn modelId="{B8C32CB7-EC98-40A2-8F0F-3F1E4D4A2578}" type="presParOf" srcId="{20DBF5C0-687A-46B0-A808-7E59B271AF26}" destId="{E8C200A1-EB6F-44CD-ACF0-02FBB842199D}" srcOrd="10" destOrd="0" presId="urn:microsoft.com/office/officeart/2005/8/layout/vList5"/>
    <dgm:cxn modelId="{A9AAD22A-CDF8-4186-BF5D-67F26DCBBCF3}" type="presParOf" srcId="{E8C200A1-EB6F-44CD-ACF0-02FBB842199D}" destId="{315B3E10-5EE0-48CB-B88A-2AACED17E347}" srcOrd="0" destOrd="0" presId="urn:microsoft.com/office/officeart/2005/8/layout/vList5"/>
    <dgm:cxn modelId="{4935BBD1-92A5-4E70-95A4-34993C6AAB10}" type="presParOf" srcId="{E8C200A1-EB6F-44CD-ACF0-02FBB842199D}" destId="{BDCDDA74-EFD7-4967-B2BB-8EFBF23981F0}" srcOrd="1" destOrd="0" presId="urn:microsoft.com/office/officeart/2005/8/layout/vList5"/>
    <dgm:cxn modelId="{A3F86ED1-0AC2-43F8-829F-D109B2384848}" type="presParOf" srcId="{20DBF5C0-687A-46B0-A808-7E59B271AF26}" destId="{2C650D16-BFBC-4C1D-9F9F-24907EE7386E}" srcOrd="11" destOrd="0" presId="urn:microsoft.com/office/officeart/2005/8/layout/vList5"/>
    <dgm:cxn modelId="{59E30677-883C-4144-BF06-75A1AE56D4E0}" type="presParOf" srcId="{20DBF5C0-687A-46B0-A808-7E59B271AF26}" destId="{6BC25AED-BFFE-4996-A202-EC5F80B88EE2}" srcOrd="12" destOrd="0" presId="urn:microsoft.com/office/officeart/2005/8/layout/vList5"/>
    <dgm:cxn modelId="{27EE3462-FAA9-43B1-88AC-054CC6CB13AA}" type="presParOf" srcId="{6BC25AED-BFFE-4996-A202-EC5F80B88EE2}" destId="{0FD22470-ACC0-48DA-9F8C-A998C252C853}" srcOrd="0" destOrd="0" presId="urn:microsoft.com/office/officeart/2005/8/layout/vList5"/>
    <dgm:cxn modelId="{2E8DA242-562E-42FB-95E6-F480505BF296}" type="presParOf" srcId="{6BC25AED-BFFE-4996-A202-EC5F80B88EE2}" destId="{09A709F3-2315-4AA2-8FCF-2DAA0C769163}" srcOrd="1" destOrd="0" presId="urn:microsoft.com/office/officeart/2005/8/layout/vList5"/>
    <dgm:cxn modelId="{ADC9EC94-BAB8-423F-9E64-31C13FF93296}" type="presParOf" srcId="{20DBF5C0-687A-46B0-A808-7E59B271AF26}" destId="{8F2F8433-E366-45C8-B20D-688832C646C8}" srcOrd="13" destOrd="0" presId="urn:microsoft.com/office/officeart/2005/8/layout/vList5"/>
    <dgm:cxn modelId="{C1FEE27F-4984-4035-AECE-B46F307C5DCE}" type="presParOf" srcId="{20DBF5C0-687A-46B0-A808-7E59B271AF26}" destId="{15235E71-8522-4664-8F76-6CECBC8E0969}" srcOrd="14" destOrd="0" presId="urn:microsoft.com/office/officeart/2005/8/layout/vList5"/>
    <dgm:cxn modelId="{2F7AE688-87C4-4678-9351-9C4A7AA78C37}" type="presParOf" srcId="{15235E71-8522-4664-8F76-6CECBC8E0969}" destId="{2B5A1040-9CAB-4FBD-9D86-F959B360F159}" srcOrd="0" destOrd="0" presId="urn:microsoft.com/office/officeart/2005/8/layout/vList5"/>
    <dgm:cxn modelId="{F02F66ED-EC76-48C8-9B98-4AA93F0C0B2A}" type="presParOf" srcId="{15235E71-8522-4664-8F76-6CECBC8E0969}" destId="{D7B09C80-4CB7-4D23-8CC3-B96CF3F46AE0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C5B7039-7481-48DF-9900-D5237783365B}" type="doc">
      <dgm:prSet loTypeId="urn:microsoft.com/office/officeart/2005/8/layout/vList5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81E4ACB-D09B-4BE2-8E5E-9437B85E50FE}">
      <dgm:prSet/>
      <dgm:spPr/>
      <dgm:t>
        <a:bodyPr/>
        <a:lstStyle/>
        <a:p>
          <a:r>
            <a:rPr lang="de-DE"/>
            <a:t>Braucht geschützte Verwaltung</a:t>
          </a:r>
          <a:endParaRPr lang="en-US"/>
        </a:p>
      </dgm:t>
    </dgm:pt>
    <dgm:pt modelId="{6C9BCB66-DC34-4364-B4B9-207119BB3DB7}" type="parTrans" cxnId="{48ED4878-3382-4A43-979A-481B70C0F5DB}">
      <dgm:prSet/>
      <dgm:spPr/>
      <dgm:t>
        <a:bodyPr/>
        <a:lstStyle/>
        <a:p>
          <a:endParaRPr lang="en-US"/>
        </a:p>
      </dgm:t>
    </dgm:pt>
    <dgm:pt modelId="{8CE08712-C43E-4FE1-B21D-7C5EB25AB41E}" type="sibTrans" cxnId="{48ED4878-3382-4A43-979A-481B70C0F5DB}">
      <dgm:prSet/>
      <dgm:spPr/>
      <dgm:t>
        <a:bodyPr/>
        <a:lstStyle/>
        <a:p>
          <a:endParaRPr lang="en-US"/>
        </a:p>
      </dgm:t>
    </dgm:pt>
    <dgm:pt modelId="{33E3B8D0-C024-4543-B227-357D3418A330}">
      <dgm:prSet/>
      <dgm:spPr/>
      <dgm:t>
        <a:bodyPr/>
        <a:lstStyle/>
        <a:p>
          <a:r>
            <a:rPr lang="de-DE"/>
            <a:t>Login</a:t>
          </a:r>
          <a:endParaRPr lang="en-US"/>
        </a:p>
      </dgm:t>
    </dgm:pt>
    <dgm:pt modelId="{C249D1EF-F813-49EC-81D9-E264BAE88AAB}" type="parTrans" cxnId="{BC19634D-62DA-4F31-B1D2-050C1B57420A}">
      <dgm:prSet/>
      <dgm:spPr/>
      <dgm:t>
        <a:bodyPr/>
        <a:lstStyle/>
        <a:p>
          <a:endParaRPr lang="en-US"/>
        </a:p>
      </dgm:t>
    </dgm:pt>
    <dgm:pt modelId="{303997FB-BD17-4472-86E7-17B56B07E35A}" type="sibTrans" cxnId="{BC19634D-62DA-4F31-B1D2-050C1B57420A}">
      <dgm:prSet/>
      <dgm:spPr/>
      <dgm:t>
        <a:bodyPr/>
        <a:lstStyle/>
        <a:p>
          <a:endParaRPr lang="en-US"/>
        </a:p>
      </dgm:t>
    </dgm:pt>
    <dgm:pt modelId="{8A851F3C-9621-43AC-AD6A-A82E82B65121}">
      <dgm:prSet/>
      <dgm:spPr/>
      <dgm:t>
        <a:bodyPr/>
        <a:lstStyle/>
        <a:p>
          <a:r>
            <a:rPr lang="de-DE"/>
            <a:t>Muss das Fächer- und Unterthemen-Angebot flexibel anpassen</a:t>
          </a:r>
          <a:endParaRPr lang="en-US"/>
        </a:p>
      </dgm:t>
    </dgm:pt>
    <dgm:pt modelId="{DBC77D33-D974-42CD-85E6-0649F3B795D5}" type="parTrans" cxnId="{135BC576-D3BE-40DC-882D-34FB6B1C8CA6}">
      <dgm:prSet/>
      <dgm:spPr/>
      <dgm:t>
        <a:bodyPr/>
        <a:lstStyle/>
        <a:p>
          <a:endParaRPr lang="en-US"/>
        </a:p>
      </dgm:t>
    </dgm:pt>
    <dgm:pt modelId="{DF2805D2-29D3-4908-BD83-47E0B8E960E1}" type="sibTrans" cxnId="{135BC576-D3BE-40DC-882D-34FB6B1C8CA6}">
      <dgm:prSet/>
      <dgm:spPr/>
      <dgm:t>
        <a:bodyPr/>
        <a:lstStyle/>
        <a:p>
          <a:endParaRPr lang="en-US"/>
        </a:p>
      </dgm:t>
    </dgm:pt>
    <dgm:pt modelId="{9749AFE9-1861-4FD7-B838-5F3B65F386BA}">
      <dgm:prSet/>
      <dgm:spPr/>
      <dgm:t>
        <a:bodyPr/>
        <a:lstStyle/>
        <a:p>
          <a:r>
            <a:rPr lang="de-DE"/>
            <a:t>Hinzufüge- und lösch Möglichkeit</a:t>
          </a:r>
          <a:endParaRPr lang="en-US"/>
        </a:p>
      </dgm:t>
    </dgm:pt>
    <dgm:pt modelId="{8F28FD26-027D-4E24-9A22-2B9BC159771B}" type="parTrans" cxnId="{74ADCFC5-C332-4CB0-937E-7CC0D54A4E9F}">
      <dgm:prSet/>
      <dgm:spPr/>
      <dgm:t>
        <a:bodyPr/>
        <a:lstStyle/>
        <a:p>
          <a:endParaRPr lang="en-US"/>
        </a:p>
      </dgm:t>
    </dgm:pt>
    <dgm:pt modelId="{5B9A669C-C9F7-444B-AF51-D67AA3B27678}" type="sibTrans" cxnId="{74ADCFC5-C332-4CB0-937E-7CC0D54A4E9F}">
      <dgm:prSet/>
      <dgm:spPr/>
      <dgm:t>
        <a:bodyPr/>
        <a:lstStyle/>
        <a:p>
          <a:endParaRPr lang="en-US"/>
        </a:p>
      </dgm:t>
    </dgm:pt>
    <dgm:pt modelId="{2B760769-70F8-4A1D-88B5-CE59CF3B1C75}">
      <dgm:prSet/>
      <dgm:spPr/>
      <dgm:t>
        <a:bodyPr/>
        <a:lstStyle/>
        <a:p>
          <a:r>
            <a:rPr lang="de-DE"/>
            <a:t>Will aktuelle Materialien bereitstellen </a:t>
          </a:r>
          <a:endParaRPr lang="en-US"/>
        </a:p>
      </dgm:t>
    </dgm:pt>
    <dgm:pt modelId="{C0503FC5-A15A-4B85-A9E7-463D61C97659}" type="parTrans" cxnId="{D302F067-7D59-4019-B18A-6062465C211C}">
      <dgm:prSet/>
      <dgm:spPr/>
      <dgm:t>
        <a:bodyPr/>
        <a:lstStyle/>
        <a:p>
          <a:endParaRPr lang="en-US"/>
        </a:p>
      </dgm:t>
    </dgm:pt>
    <dgm:pt modelId="{2016A11B-C119-47BA-B259-91D479B541E8}" type="sibTrans" cxnId="{D302F067-7D59-4019-B18A-6062465C211C}">
      <dgm:prSet/>
      <dgm:spPr/>
      <dgm:t>
        <a:bodyPr/>
        <a:lstStyle/>
        <a:p>
          <a:endParaRPr lang="en-US"/>
        </a:p>
      </dgm:t>
    </dgm:pt>
    <dgm:pt modelId="{910BD896-88A5-4824-8748-2F6136F0ADE6}">
      <dgm:prSet/>
      <dgm:spPr/>
      <dgm:t>
        <a:bodyPr/>
        <a:lstStyle/>
        <a:p>
          <a:r>
            <a:rPr lang="de-DE"/>
            <a:t>PDF-Upload </a:t>
          </a:r>
          <a:endParaRPr lang="en-US"/>
        </a:p>
      </dgm:t>
    </dgm:pt>
    <dgm:pt modelId="{6E47CB50-B816-4717-BAE2-A4BB5859A031}" type="parTrans" cxnId="{2B041476-F39A-4CF7-93BA-8545CA28D673}">
      <dgm:prSet/>
      <dgm:spPr/>
      <dgm:t>
        <a:bodyPr/>
        <a:lstStyle/>
        <a:p>
          <a:endParaRPr lang="en-US"/>
        </a:p>
      </dgm:t>
    </dgm:pt>
    <dgm:pt modelId="{5344A5A3-7125-4A71-945A-521B5108B9A6}" type="sibTrans" cxnId="{2B041476-F39A-4CF7-93BA-8545CA28D673}">
      <dgm:prSet/>
      <dgm:spPr/>
      <dgm:t>
        <a:bodyPr/>
        <a:lstStyle/>
        <a:p>
          <a:endParaRPr lang="en-US"/>
        </a:p>
      </dgm:t>
    </dgm:pt>
    <dgm:pt modelId="{73E3798D-0B69-41B3-88DC-E16A85C90751}">
      <dgm:prSet/>
      <dgm:spPr/>
      <dgm:t>
        <a:bodyPr/>
        <a:lstStyle/>
        <a:p>
          <a:r>
            <a:rPr lang="de-DE"/>
            <a:t>Will Texte und Aufgabeninhalte pflegen </a:t>
          </a:r>
          <a:endParaRPr lang="en-US"/>
        </a:p>
      </dgm:t>
    </dgm:pt>
    <dgm:pt modelId="{A0123806-618B-4F38-8FD8-2835163BF992}" type="parTrans" cxnId="{E53A3189-9F90-4A3D-B9C2-5A7B952C22DA}">
      <dgm:prSet/>
      <dgm:spPr/>
      <dgm:t>
        <a:bodyPr/>
        <a:lstStyle/>
        <a:p>
          <a:endParaRPr lang="en-US"/>
        </a:p>
      </dgm:t>
    </dgm:pt>
    <dgm:pt modelId="{2FE8ED8E-F6B0-4B00-96A3-5908F9046A44}" type="sibTrans" cxnId="{E53A3189-9F90-4A3D-B9C2-5A7B952C22DA}">
      <dgm:prSet/>
      <dgm:spPr/>
      <dgm:t>
        <a:bodyPr/>
        <a:lstStyle/>
        <a:p>
          <a:endParaRPr lang="en-US"/>
        </a:p>
      </dgm:t>
    </dgm:pt>
    <dgm:pt modelId="{3FC90B6B-B110-487E-8156-E425BE381C2A}">
      <dgm:prSet/>
      <dgm:spPr/>
      <dgm:t>
        <a:bodyPr/>
        <a:lstStyle/>
        <a:p>
          <a:r>
            <a:rPr lang="de-DE"/>
            <a:t>Editor für Inhalte und Lösungen </a:t>
          </a:r>
          <a:endParaRPr lang="en-US"/>
        </a:p>
      </dgm:t>
    </dgm:pt>
    <dgm:pt modelId="{589431D0-E3C3-4DED-91DE-3B97D3D4AF0E}" type="parTrans" cxnId="{C50BFC4E-4708-4D43-853B-4EC2054CFCC3}">
      <dgm:prSet/>
      <dgm:spPr/>
      <dgm:t>
        <a:bodyPr/>
        <a:lstStyle/>
        <a:p>
          <a:endParaRPr lang="en-US"/>
        </a:p>
      </dgm:t>
    </dgm:pt>
    <dgm:pt modelId="{DFF43655-AB67-4ADA-9388-2B885C5F7FC7}" type="sibTrans" cxnId="{C50BFC4E-4708-4D43-853B-4EC2054CFCC3}">
      <dgm:prSet/>
      <dgm:spPr/>
      <dgm:t>
        <a:bodyPr/>
        <a:lstStyle/>
        <a:p>
          <a:endParaRPr lang="en-US"/>
        </a:p>
      </dgm:t>
    </dgm:pt>
    <dgm:pt modelId="{282E0EDA-8F24-487E-B90C-BAE8C9E25C7E}">
      <dgm:prSet/>
      <dgm:spPr/>
      <dgm:t>
        <a:bodyPr/>
        <a:lstStyle/>
        <a:p>
          <a:r>
            <a:rPr lang="de-DE"/>
            <a:t>Will Wissen digital abfragen und automatisch bewerten</a:t>
          </a:r>
          <a:endParaRPr lang="en-US"/>
        </a:p>
      </dgm:t>
    </dgm:pt>
    <dgm:pt modelId="{36CB4498-569F-4A9F-80BB-B5A959CD8A39}" type="parTrans" cxnId="{34CB48C7-EF89-4380-8E35-99C7FBFB5B74}">
      <dgm:prSet/>
      <dgm:spPr/>
      <dgm:t>
        <a:bodyPr/>
        <a:lstStyle/>
        <a:p>
          <a:endParaRPr lang="en-US"/>
        </a:p>
      </dgm:t>
    </dgm:pt>
    <dgm:pt modelId="{A692BDE6-7E74-45C6-A335-0B1AA855C5EC}" type="sibTrans" cxnId="{34CB48C7-EF89-4380-8E35-99C7FBFB5B74}">
      <dgm:prSet/>
      <dgm:spPr/>
      <dgm:t>
        <a:bodyPr/>
        <a:lstStyle/>
        <a:p>
          <a:endParaRPr lang="en-US"/>
        </a:p>
      </dgm:t>
    </dgm:pt>
    <dgm:pt modelId="{D106F0C9-B4AD-4632-A809-6F38B1CAEF36}">
      <dgm:prSet/>
      <dgm:spPr/>
      <dgm:t>
        <a:bodyPr/>
        <a:lstStyle/>
        <a:p>
          <a:r>
            <a:rPr lang="de-DE"/>
            <a:t>Testerstellung</a:t>
          </a:r>
          <a:endParaRPr lang="en-US"/>
        </a:p>
      </dgm:t>
    </dgm:pt>
    <dgm:pt modelId="{F95C4179-D145-4473-A426-B09B2201171A}" type="parTrans" cxnId="{DF2715F9-AF66-4F3C-8AEC-756F7905B943}">
      <dgm:prSet/>
      <dgm:spPr/>
      <dgm:t>
        <a:bodyPr/>
        <a:lstStyle/>
        <a:p>
          <a:endParaRPr lang="en-US"/>
        </a:p>
      </dgm:t>
    </dgm:pt>
    <dgm:pt modelId="{C97DD962-8700-4F3E-9591-89CE720B3F66}" type="sibTrans" cxnId="{DF2715F9-AF66-4F3C-8AEC-756F7905B943}">
      <dgm:prSet/>
      <dgm:spPr/>
      <dgm:t>
        <a:bodyPr/>
        <a:lstStyle/>
        <a:p>
          <a:endParaRPr lang="en-US"/>
        </a:p>
      </dgm:t>
    </dgm:pt>
    <dgm:pt modelId="{18B2BADB-4249-47DE-8E4D-EA4B5B8C50A0}">
      <dgm:prSet/>
      <dgm:spPr/>
      <dgm:t>
        <a:bodyPr/>
        <a:lstStyle/>
        <a:p>
          <a:r>
            <a:rPr lang="de-DE"/>
            <a:t>Will wichtige Themen und Fächer griffbereit haben </a:t>
          </a:r>
          <a:endParaRPr lang="en-US"/>
        </a:p>
      </dgm:t>
    </dgm:pt>
    <dgm:pt modelId="{FD32BAD2-5A4F-4AB2-80DB-056F48F18A0A}" type="parTrans" cxnId="{4EEFB7D0-82E5-453E-9666-3BC16254666D}">
      <dgm:prSet/>
      <dgm:spPr/>
      <dgm:t>
        <a:bodyPr/>
        <a:lstStyle/>
        <a:p>
          <a:endParaRPr lang="en-US"/>
        </a:p>
      </dgm:t>
    </dgm:pt>
    <dgm:pt modelId="{5907D033-0AAB-4BC2-BCF8-75EECB5A6025}" type="sibTrans" cxnId="{4EEFB7D0-82E5-453E-9666-3BC16254666D}">
      <dgm:prSet/>
      <dgm:spPr/>
      <dgm:t>
        <a:bodyPr/>
        <a:lstStyle/>
        <a:p>
          <a:endParaRPr lang="en-US"/>
        </a:p>
      </dgm:t>
    </dgm:pt>
    <dgm:pt modelId="{B4DEB295-C0D7-474E-AC22-390F32FDB39D}">
      <dgm:prSet/>
      <dgm:spPr/>
      <dgm:t>
        <a:bodyPr/>
        <a:lstStyle/>
        <a:p>
          <a:r>
            <a:rPr lang="de-DE"/>
            <a:t>Favoriten-Funktion</a:t>
          </a:r>
          <a:endParaRPr lang="en-US"/>
        </a:p>
      </dgm:t>
    </dgm:pt>
    <dgm:pt modelId="{1D7D14F2-6D76-4CD8-A443-EA393D92DF2A}" type="parTrans" cxnId="{A69DCEAA-725D-45B4-9BD9-BD704FBDE314}">
      <dgm:prSet/>
      <dgm:spPr/>
      <dgm:t>
        <a:bodyPr/>
        <a:lstStyle/>
        <a:p>
          <a:endParaRPr lang="en-US"/>
        </a:p>
      </dgm:t>
    </dgm:pt>
    <dgm:pt modelId="{14E3C005-BF9C-4A78-B17C-B75853658DEE}" type="sibTrans" cxnId="{A69DCEAA-725D-45B4-9BD9-BD704FBDE314}">
      <dgm:prSet/>
      <dgm:spPr/>
      <dgm:t>
        <a:bodyPr/>
        <a:lstStyle/>
        <a:p>
          <a:endParaRPr lang="en-US"/>
        </a:p>
      </dgm:t>
    </dgm:pt>
    <dgm:pt modelId="{1FC19AE4-3C22-4765-87BD-4B6A6B174AC6}" type="pres">
      <dgm:prSet presAssocID="{5C5B7039-7481-48DF-9900-D5237783365B}" presName="Name0" presStyleCnt="0">
        <dgm:presLayoutVars>
          <dgm:dir/>
          <dgm:animLvl val="lvl"/>
          <dgm:resizeHandles val="exact"/>
        </dgm:presLayoutVars>
      </dgm:prSet>
      <dgm:spPr/>
    </dgm:pt>
    <dgm:pt modelId="{140B794D-866F-4F37-8E8D-08BA66C3D9E5}" type="pres">
      <dgm:prSet presAssocID="{981E4ACB-D09B-4BE2-8E5E-9437B85E50FE}" presName="linNode" presStyleCnt="0"/>
      <dgm:spPr/>
    </dgm:pt>
    <dgm:pt modelId="{D050F667-B864-4812-BE44-070B8874AED3}" type="pres">
      <dgm:prSet presAssocID="{981E4ACB-D09B-4BE2-8E5E-9437B85E50FE}" presName="parentText" presStyleLbl="node1" presStyleIdx="0" presStyleCnt="6">
        <dgm:presLayoutVars>
          <dgm:chMax val="1"/>
          <dgm:bulletEnabled val="1"/>
        </dgm:presLayoutVars>
      </dgm:prSet>
      <dgm:spPr/>
    </dgm:pt>
    <dgm:pt modelId="{3DAEE2A4-3181-42C8-8F30-87C7CD93D41E}" type="pres">
      <dgm:prSet presAssocID="{981E4ACB-D09B-4BE2-8E5E-9437B85E50FE}" presName="descendantText" presStyleLbl="alignAccFollowNode1" presStyleIdx="0" presStyleCnt="6">
        <dgm:presLayoutVars>
          <dgm:bulletEnabled val="1"/>
        </dgm:presLayoutVars>
      </dgm:prSet>
      <dgm:spPr/>
    </dgm:pt>
    <dgm:pt modelId="{1E3AFADE-2B4D-4E9B-80FF-128C3737C247}" type="pres">
      <dgm:prSet presAssocID="{8CE08712-C43E-4FE1-B21D-7C5EB25AB41E}" presName="sp" presStyleCnt="0"/>
      <dgm:spPr/>
    </dgm:pt>
    <dgm:pt modelId="{4E875649-2E17-4B2B-951F-5563BCAFBD4B}" type="pres">
      <dgm:prSet presAssocID="{8A851F3C-9621-43AC-AD6A-A82E82B65121}" presName="linNode" presStyleCnt="0"/>
      <dgm:spPr/>
    </dgm:pt>
    <dgm:pt modelId="{7FD5D14E-DF4B-4F99-881D-497DC5F4551B}" type="pres">
      <dgm:prSet presAssocID="{8A851F3C-9621-43AC-AD6A-A82E82B65121}" presName="parentText" presStyleLbl="node1" presStyleIdx="1" presStyleCnt="6">
        <dgm:presLayoutVars>
          <dgm:chMax val="1"/>
          <dgm:bulletEnabled val="1"/>
        </dgm:presLayoutVars>
      </dgm:prSet>
      <dgm:spPr/>
    </dgm:pt>
    <dgm:pt modelId="{B5A40335-EED4-4846-91D6-25DE9693395E}" type="pres">
      <dgm:prSet presAssocID="{8A851F3C-9621-43AC-AD6A-A82E82B65121}" presName="descendantText" presStyleLbl="alignAccFollowNode1" presStyleIdx="1" presStyleCnt="6">
        <dgm:presLayoutVars>
          <dgm:bulletEnabled val="1"/>
        </dgm:presLayoutVars>
      </dgm:prSet>
      <dgm:spPr/>
    </dgm:pt>
    <dgm:pt modelId="{44A91F50-07B9-418F-B152-5D22DB317C57}" type="pres">
      <dgm:prSet presAssocID="{DF2805D2-29D3-4908-BD83-47E0B8E960E1}" presName="sp" presStyleCnt="0"/>
      <dgm:spPr/>
    </dgm:pt>
    <dgm:pt modelId="{00722D89-4493-467A-904B-C56D680402C8}" type="pres">
      <dgm:prSet presAssocID="{73E3798D-0B69-41B3-88DC-E16A85C90751}" presName="linNode" presStyleCnt="0"/>
      <dgm:spPr/>
    </dgm:pt>
    <dgm:pt modelId="{69EA4235-996F-48AD-80B5-8DB77049AE72}" type="pres">
      <dgm:prSet presAssocID="{73E3798D-0B69-41B3-88DC-E16A85C90751}" presName="parentText" presStyleLbl="node1" presStyleIdx="2" presStyleCnt="6">
        <dgm:presLayoutVars>
          <dgm:chMax val="1"/>
          <dgm:bulletEnabled val="1"/>
        </dgm:presLayoutVars>
      </dgm:prSet>
      <dgm:spPr/>
    </dgm:pt>
    <dgm:pt modelId="{8B6ECD2B-A8F6-48D8-8478-B6E9CF72657C}" type="pres">
      <dgm:prSet presAssocID="{73E3798D-0B69-41B3-88DC-E16A85C90751}" presName="descendantText" presStyleLbl="alignAccFollowNode1" presStyleIdx="2" presStyleCnt="6">
        <dgm:presLayoutVars>
          <dgm:bulletEnabled val="1"/>
        </dgm:presLayoutVars>
      </dgm:prSet>
      <dgm:spPr/>
    </dgm:pt>
    <dgm:pt modelId="{4AA57FE3-76A6-45D2-BB30-820651D163BE}" type="pres">
      <dgm:prSet presAssocID="{2FE8ED8E-F6B0-4B00-96A3-5908F9046A44}" presName="sp" presStyleCnt="0"/>
      <dgm:spPr/>
    </dgm:pt>
    <dgm:pt modelId="{18472C39-CE94-4CBE-871A-F2D541892727}" type="pres">
      <dgm:prSet presAssocID="{2B760769-70F8-4A1D-88B5-CE59CF3B1C75}" presName="linNode" presStyleCnt="0"/>
      <dgm:spPr/>
    </dgm:pt>
    <dgm:pt modelId="{37C38BAA-2BB1-42EB-8A43-5B4237BE1232}" type="pres">
      <dgm:prSet presAssocID="{2B760769-70F8-4A1D-88B5-CE59CF3B1C75}" presName="parentText" presStyleLbl="node1" presStyleIdx="3" presStyleCnt="6">
        <dgm:presLayoutVars>
          <dgm:chMax val="1"/>
          <dgm:bulletEnabled val="1"/>
        </dgm:presLayoutVars>
      </dgm:prSet>
      <dgm:spPr/>
    </dgm:pt>
    <dgm:pt modelId="{70480B66-E92B-4359-BC76-1A73F98674C4}" type="pres">
      <dgm:prSet presAssocID="{2B760769-70F8-4A1D-88B5-CE59CF3B1C75}" presName="descendantText" presStyleLbl="alignAccFollowNode1" presStyleIdx="3" presStyleCnt="6">
        <dgm:presLayoutVars>
          <dgm:bulletEnabled val="1"/>
        </dgm:presLayoutVars>
      </dgm:prSet>
      <dgm:spPr/>
    </dgm:pt>
    <dgm:pt modelId="{938D5F89-B56C-4570-B649-978047E115E6}" type="pres">
      <dgm:prSet presAssocID="{2016A11B-C119-47BA-B259-91D479B541E8}" presName="sp" presStyleCnt="0"/>
      <dgm:spPr/>
    </dgm:pt>
    <dgm:pt modelId="{FD3E390A-199D-480C-B4FD-B730CF73FAC7}" type="pres">
      <dgm:prSet presAssocID="{282E0EDA-8F24-487E-B90C-BAE8C9E25C7E}" presName="linNode" presStyleCnt="0"/>
      <dgm:spPr/>
    </dgm:pt>
    <dgm:pt modelId="{9C057163-9916-43FF-92B5-7C9A195DB123}" type="pres">
      <dgm:prSet presAssocID="{282E0EDA-8F24-487E-B90C-BAE8C9E25C7E}" presName="parentText" presStyleLbl="node1" presStyleIdx="4" presStyleCnt="6">
        <dgm:presLayoutVars>
          <dgm:chMax val="1"/>
          <dgm:bulletEnabled val="1"/>
        </dgm:presLayoutVars>
      </dgm:prSet>
      <dgm:spPr/>
    </dgm:pt>
    <dgm:pt modelId="{4AFBE578-7166-4003-8013-3344E32DB1AA}" type="pres">
      <dgm:prSet presAssocID="{282E0EDA-8F24-487E-B90C-BAE8C9E25C7E}" presName="descendantText" presStyleLbl="alignAccFollowNode1" presStyleIdx="4" presStyleCnt="6">
        <dgm:presLayoutVars>
          <dgm:bulletEnabled val="1"/>
        </dgm:presLayoutVars>
      </dgm:prSet>
      <dgm:spPr/>
    </dgm:pt>
    <dgm:pt modelId="{D8380573-3539-456E-98CE-3B5B5747352B}" type="pres">
      <dgm:prSet presAssocID="{A692BDE6-7E74-45C6-A335-0B1AA855C5EC}" presName="sp" presStyleCnt="0"/>
      <dgm:spPr/>
    </dgm:pt>
    <dgm:pt modelId="{6DF25A36-3F53-4F94-8409-7314C3397B43}" type="pres">
      <dgm:prSet presAssocID="{18B2BADB-4249-47DE-8E4D-EA4B5B8C50A0}" presName="linNode" presStyleCnt="0"/>
      <dgm:spPr/>
    </dgm:pt>
    <dgm:pt modelId="{0B08FDF8-50CC-45AA-A223-D5E28FB8FF1A}" type="pres">
      <dgm:prSet presAssocID="{18B2BADB-4249-47DE-8E4D-EA4B5B8C50A0}" presName="parentText" presStyleLbl="node1" presStyleIdx="5" presStyleCnt="6">
        <dgm:presLayoutVars>
          <dgm:chMax val="1"/>
          <dgm:bulletEnabled val="1"/>
        </dgm:presLayoutVars>
      </dgm:prSet>
      <dgm:spPr/>
    </dgm:pt>
    <dgm:pt modelId="{1B384263-B64C-4900-9451-5FD5BA879FEE}" type="pres">
      <dgm:prSet presAssocID="{18B2BADB-4249-47DE-8E4D-EA4B5B8C50A0}" presName="descendantText" presStyleLbl="alignAccFollowNode1" presStyleIdx="5" presStyleCnt="6" custLinFactNeighborX="1723" custLinFactNeighborY="6581">
        <dgm:presLayoutVars>
          <dgm:bulletEnabled val="1"/>
        </dgm:presLayoutVars>
      </dgm:prSet>
      <dgm:spPr/>
    </dgm:pt>
  </dgm:ptLst>
  <dgm:cxnLst>
    <dgm:cxn modelId="{EEE67B06-9A95-4373-B81A-9D7E10BC3BAF}" type="presOf" srcId="{9749AFE9-1861-4FD7-B838-5F3B65F386BA}" destId="{B5A40335-EED4-4846-91D6-25DE9693395E}" srcOrd="0" destOrd="0" presId="urn:microsoft.com/office/officeart/2005/8/layout/vList5"/>
    <dgm:cxn modelId="{E5B63A16-5C4A-41EC-96D1-11F9047582F5}" type="presOf" srcId="{981E4ACB-D09B-4BE2-8E5E-9437B85E50FE}" destId="{D050F667-B864-4812-BE44-070B8874AED3}" srcOrd="0" destOrd="0" presId="urn:microsoft.com/office/officeart/2005/8/layout/vList5"/>
    <dgm:cxn modelId="{9D593324-7423-4873-B218-199BD30DE517}" type="presOf" srcId="{D106F0C9-B4AD-4632-A809-6F38B1CAEF36}" destId="{4AFBE578-7166-4003-8013-3344E32DB1AA}" srcOrd="0" destOrd="0" presId="urn:microsoft.com/office/officeart/2005/8/layout/vList5"/>
    <dgm:cxn modelId="{1F9BA131-181D-4737-B5BF-344EAD8F5007}" type="presOf" srcId="{282E0EDA-8F24-487E-B90C-BAE8C9E25C7E}" destId="{9C057163-9916-43FF-92B5-7C9A195DB123}" srcOrd="0" destOrd="0" presId="urn:microsoft.com/office/officeart/2005/8/layout/vList5"/>
    <dgm:cxn modelId="{7D328C36-2BDB-400A-871D-C0A385E4AB18}" type="presOf" srcId="{33E3B8D0-C024-4543-B227-357D3418A330}" destId="{3DAEE2A4-3181-42C8-8F30-87C7CD93D41E}" srcOrd="0" destOrd="0" presId="urn:microsoft.com/office/officeart/2005/8/layout/vList5"/>
    <dgm:cxn modelId="{D302F067-7D59-4019-B18A-6062465C211C}" srcId="{5C5B7039-7481-48DF-9900-D5237783365B}" destId="{2B760769-70F8-4A1D-88B5-CE59CF3B1C75}" srcOrd="3" destOrd="0" parTransId="{C0503FC5-A15A-4B85-A9E7-463D61C97659}" sibTransId="{2016A11B-C119-47BA-B259-91D479B541E8}"/>
    <dgm:cxn modelId="{7CBDD46B-A07F-46D5-A1BD-F8931965EDAC}" type="presOf" srcId="{5C5B7039-7481-48DF-9900-D5237783365B}" destId="{1FC19AE4-3C22-4765-87BD-4B6A6B174AC6}" srcOrd="0" destOrd="0" presId="urn:microsoft.com/office/officeart/2005/8/layout/vList5"/>
    <dgm:cxn modelId="{11940B4C-6D03-4223-AC6A-05A889C0A20B}" type="presOf" srcId="{73E3798D-0B69-41B3-88DC-E16A85C90751}" destId="{69EA4235-996F-48AD-80B5-8DB77049AE72}" srcOrd="0" destOrd="0" presId="urn:microsoft.com/office/officeart/2005/8/layout/vList5"/>
    <dgm:cxn modelId="{BC19634D-62DA-4F31-B1D2-050C1B57420A}" srcId="{981E4ACB-D09B-4BE2-8E5E-9437B85E50FE}" destId="{33E3B8D0-C024-4543-B227-357D3418A330}" srcOrd="0" destOrd="0" parTransId="{C249D1EF-F813-49EC-81D9-E264BAE88AAB}" sibTransId="{303997FB-BD17-4472-86E7-17B56B07E35A}"/>
    <dgm:cxn modelId="{58D6DE4E-450F-45A6-B756-023FC78C9B5F}" type="presOf" srcId="{3FC90B6B-B110-487E-8156-E425BE381C2A}" destId="{8B6ECD2B-A8F6-48D8-8478-B6E9CF72657C}" srcOrd="0" destOrd="0" presId="urn:microsoft.com/office/officeart/2005/8/layout/vList5"/>
    <dgm:cxn modelId="{C50BFC4E-4708-4D43-853B-4EC2054CFCC3}" srcId="{73E3798D-0B69-41B3-88DC-E16A85C90751}" destId="{3FC90B6B-B110-487E-8156-E425BE381C2A}" srcOrd="0" destOrd="0" parTransId="{589431D0-E3C3-4DED-91DE-3B97D3D4AF0E}" sibTransId="{DFF43655-AB67-4ADA-9388-2B885C5F7FC7}"/>
    <dgm:cxn modelId="{2B041476-F39A-4CF7-93BA-8545CA28D673}" srcId="{2B760769-70F8-4A1D-88B5-CE59CF3B1C75}" destId="{910BD896-88A5-4824-8748-2F6136F0ADE6}" srcOrd="0" destOrd="0" parTransId="{6E47CB50-B816-4717-BAE2-A4BB5859A031}" sibTransId="{5344A5A3-7125-4A71-945A-521B5108B9A6}"/>
    <dgm:cxn modelId="{135BC576-D3BE-40DC-882D-34FB6B1C8CA6}" srcId="{5C5B7039-7481-48DF-9900-D5237783365B}" destId="{8A851F3C-9621-43AC-AD6A-A82E82B65121}" srcOrd="1" destOrd="0" parTransId="{DBC77D33-D974-42CD-85E6-0649F3B795D5}" sibTransId="{DF2805D2-29D3-4908-BD83-47E0B8E960E1}"/>
    <dgm:cxn modelId="{48ED4878-3382-4A43-979A-481B70C0F5DB}" srcId="{5C5B7039-7481-48DF-9900-D5237783365B}" destId="{981E4ACB-D09B-4BE2-8E5E-9437B85E50FE}" srcOrd="0" destOrd="0" parTransId="{6C9BCB66-DC34-4364-B4B9-207119BB3DB7}" sibTransId="{8CE08712-C43E-4FE1-B21D-7C5EB25AB41E}"/>
    <dgm:cxn modelId="{F4002D89-F016-467A-830C-7985A0F65249}" type="presOf" srcId="{2B760769-70F8-4A1D-88B5-CE59CF3B1C75}" destId="{37C38BAA-2BB1-42EB-8A43-5B4237BE1232}" srcOrd="0" destOrd="0" presId="urn:microsoft.com/office/officeart/2005/8/layout/vList5"/>
    <dgm:cxn modelId="{E53A3189-9F90-4A3D-B9C2-5A7B952C22DA}" srcId="{5C5B7039-7481-48DF-9900-D5237783365B}" destId="{73E3798D-0B69-41B3-88DC-E16A85C90751}" srcOrd="2" destOrd="0" parTransId="{A0123806-618B-4F38-8FD8-2835163BF992}" sibTransId="{2FE8ED8E-F6B0-4B00-96A3-5908F9046A44}"/>
    <dgm:cxn modelId="{E5E9939A-06E0-4DF7-8E75-D9B45111E6EB}" type="presOf" srcId="{910BD896-88A5-4824-8748-2F6136F0ADE6}" destId="{70480B66-E92B-4359-BC76-1A73F98674C4}" srcOrd="0" destOrd="0" presId="urn:microsoft.com/office/officeart/2005/8/layout/vList5"/>
    <dgm:cxn modelId="{F33A369D-A2E2-4386-9A04-07C32DF4E55D}" type="presOf" srcId="{18B2BADB-4249-47DE-8E4D-EA4B5B8C50A0}" destId="{0B08FDF8-50CC-45AA-A223-D5E28FB8FF1A}" srcOrd="0" destOrd="0" presId="urn:microsoft.com/office/officeart/2005/8/layout/vList5"/>
    <dgm:cxn modelId="{A69DCEAA-725D-45B4-9BD9-BD704FBDE314}" srcId="{18B2BADB-4249-47DE-8E4D-EA4B5B8C50A0}" destId="{B4DEB295-C0D7-474E-AC22-390F32FDB39D}" srcOrd="0" destOrd="0" parTransId="{1D7D14F2-6D76-4CD8-A443-EA393D92DF2A}" sibTransId="{14E3C005-BF9C-4A78-B17C-B75853658DEE}"/>
    <dgm:cxn modelId="{74ADCFC5-C332-4CB0-937E-7CC0D54A4E9F}" srcId="{8A851F3C-9621-43AC-AD6A-A82E82B65121}" destId="{9749AFE9-1861-4FD7-B838-5F3B65F386BA}" srcOrd="0" destOrd="0" parTransId="{8F28FD26-027D-4E24-9A22-2B9BC159771B}" sibTransId="{5B9A669C-C9F7-444B-AF51-D67AA3B27678}"/>
    <dgm:cxn modelId="{34CB48C7-EF89-4380-8E35-99C7FBFB5B74}" srcId="{5C5B7039-7481-48DF-9900-D5237783365B}" destId="{282E0EDA-8F24-487E-B90C-BAE8C9E25C7E}" srcOrd="4" destOrd="0" parTransId="{36CB4498-569F-4A9F-80BB-B5A959CD8A39}" sibTransId="{A692BDE6-7E74-45C6-A335-0B1AA855C5EC}"/>
    <dgm:cxn modelId="{4EEFB7D0-82E5-453E-9666-3BC16254666D}" srcId="{5C5B7039-7481-48DF-9900-D5237783365B}" destId="{18B2BADB-4249-47DE-8E4D-EA4B5B8C50A0}" srcOrd="5" destOrd="0" parTransId="{FD32BAD2-5A4F-4AB2-80DB-056F48F18A0A}" sibTransId="{5907D033-0AAB-4BC2-BCF8-75EECB5A6025}"/>
    <dgm:cxn modelId="{F7DB9ED8-1E83-4028-97CB-88436F998B43}" type="presOf" srcId="{8A851F3C-9621-43AC-AD6A-A82E82B65121}" destId="{7FD5D14E-DF4B-4F99-881D-497DC5F4551B}" srcOrd="0" destOrd="0" presId="urn:microsoft.com/office/officeart/2005/8/layout/vList5"/>
    <dgm:cxn modelId="{AC4EFCEC-ECAF-4DA3-A137-4AFD86E312EE}" type="presOf" srcId="{B4DEB295-C0D7-474E-AC22-390F32FDB39D}" destId="{1B384263-B64C-4900-9451-5FD5BA879FEE}" srcOrd="0" destOrd="0" presId="urn:microsoft.com/office/officeart/2005/8/layout/vList5"/>
    <dgm:cxn modelId="{DF2715F9-AF66-4F3C-8AEC-756F7905B943}" srcId="{282E0EDA-8F24-487E-B90C-BAE8C9E25C7E}" destId="{D106F0C9-B4AD-4632-A809-6F38B1CAEF36}" srcOrd="0" destOrd="0" parTransId="{F95C4179-D145-4473-A426-B09B2201171A}" sibTransId="{C97DD962-8700-4F3E-9591-89CE720B3F66}"/>
    <dgm:cxn modelId="{4DAE13B6-6EF7-4F1D-A501-5ACAAD7A50F8}" type="presParOf" srcId="{1FC19AE4-3C22-4765-87BD-4B6A6B174AC6}" destId="{140B794D-866F-4F37-8E8D-08BA66C3D9E5}" srcOrd="0" destOrd="0" presId="urn:microsoft.com/office/officeart/2005/8/layout/vList5"/>
    <dgm:cxn modelId="{6AE9ADBA-F2DC-4D4B-B51C-5C92771B6BC6}" type="presParOf" srcId="{140B794D-866F-4F37-8E8D-08BA66C3D9E5}" destId="{D050F667-B864-4812-BE44-070B8874AED3}" srcOrd="0" destOrd="0" presId="urn:microsoft.com/office/officeart/2005/8/layout/vList5"/>
    <dgm:cxn modelId="{F95993AA-B2D8-4691-B08D-5DA80CF4EA3B}" type="presParOf" srcId="{140B794D-866F-4F37-8E8D-08BA66C3D9E5}" destId="{3DAEE2A4-3181-42C8-8F30-87C7CD93D41E}" srcOrd="1" destOrd="0" presId="urn:microsoft.com/office/officeart/2005/8/layout/vList5"/>
    <dgm:cxn modelId="{736BFD2E-825B-44F5-AA4C-4B4A6647AE6F}" type="presParOf" srcId="{1FC19AE4-3C22-4765-87BD-4B6A6B174AC6}" destId="{1E3AFADE-2B4D-4E9B-80FF-128C3737C247}" srcOrd="1" destOrd="0" presId="urn:microsoft.com/office/officeart/2005/8/layout/vList5"/>
    <dgm:cxn modelId="{83E0CC17-A034-4A6F-974A-20CA400E8264}" type="presParOf" srcId="{1FC19AE4-3C22-4765-87BD-4B6A6B174AC6}" destId="{4E875649-2E17-4B2B-951F-5563BCAFBD4B}" srcOrd="2" destOrd="0" presId="urn:microsoft.com/office/officeart/2005/8/layout/vList5"/>
    <dgm:cxn modelId="{17286E8F-54EB-48CD-B16B-EE66A4D6F7D7}" type="presParOf" srcId="{4E875649-2E17-4B2B-951F-5563BCAFBD4B}" destId="{7FD5D14E-DF4B-4F99-881D-497DC5F4551B}" srcOrd="0" destOrd="0" presId="urn:microsoft.com/office/officeart/2005/8/layout/vList5"/>
    <dgm:cxn modelId="{7E27F7DA-A00E-4463-9C07-DAA02281B05B}" type="presParOf" srcId="{4E875649-2E17-4B2B-951F-5563BCAFBD4B}" destId="{B5A40335-EED4-4846-91D6-25DE9693395E}" srcOrd="1" destOrd="0" presId="urn:microsoft.com/office/officeart/2005/8/layout/vList5"/>
    <dgm:cxn modelId="{F7BA2509-F032-4204-B1ED-5C40A11035B7}" type="presParOf" srcId="{1FC19AE4-3C22-4765-87BD-4B6A6B174AC6}" destId="{44A91F50-07B9-418F-B152-5D22DB317C57}" srcOrd="3" destOrd="0" presId="urn:microsoft.com/office/officeart/2005/8/layout/vList5"/>
    <dgm:cxn modelId="{73004738-BFCE-4386-AA5D-DF51253E6704}" type="presParOf" srcId="{1FC19AE4-3C22-4765-87BD-4B6A6B174AC6}" destId="{00722D89-4493-467A-904B-C56D680402C8}" srcOrd="4" destOrd="0" presId="urn:microsoft.com/office/officeart/2005/8/layout/vList5"/>
    <dgm:cxn modelId="{495B4103-9F9E-451D-AAFD-E565DAA8F051}" type="presParOf" srcId="{00722D89-4493-467A-904B-C56D680402C8}" destId="{69EA4235-996F-48AD-80B5-8DB77049AE72}" srcOrd="0" destOrd="0" presId="urn:microsoft.com/office/officeart/2005/8/layout/vList5"/>
    <dgm:cxn modelId="{2C0A425A-42C1-4B7C-B759-D6FD84373ADB}" type="presParOf" srcId="{00722D89-4493-467A-904B-C56D680402C8}" destId="{8B6ECD2B-A8F6-48D8-8478-B6E9CF72657C}" srcOrd="1" destOrd="0" presId="urn:microsoft.com/office/officeart/2005/8/layout/vList5"/>
    <dgm:cxn modelId="{FAE35A17-5DCC-47F7-BDF3-8238E1A88EDF}" type="presParOf" srcId="{1FC19AE4-3C22-4765-87BD-4B6A6B174AC6}" destId="{4AA57FE3-76A6-45D2-BB30-820651D163BE}" srcOrd="5" destOrd="0" presId="urn:microsoft.com/office/officeart/2005/8/layout/vList5"/>
    <dgm:cxn modelId="{C41C1253-EEF5-4EF9-99BA-80B2428D8146}" type="presParOf" srcId="{1FC19AE4-3C22-4765-87BD-4B6A6B174AC6}" destId="{18472C39-CE94-4CBE-871A-F2D541892727}" srcOrd="6" destOrd="0" presId="urn:microsoft.com/office/officeart/2005/8/layout/vList5"/>
    <dgm:cxn modelId="{B574C40C-2772-48C3-BCF8-6FE5C312842A}" type="presParOf" srcId="{18472C39-CE94-4CBE-871A-F2D541892727}" destId="{37C38BAA-2BB1-42EB-8A43-5B4237BE1232}" srcOrd="0" destOrd="0" presId="urn:microsoft.com/office/officeart/2005/8/layout/vList5"/>
    <dgm:cxn modelId="{C682605C-10C5-4E21-B0C0-76F62A1C3767}" type="presParOf" srcId="{18472C39-CE94-4CBE-871A-F2D541892727}" destId="{70480B66-E92B-4359-BC76-1A73F98674C4}" srcOrd="1" destOrd="0" presId="urn:microsoft.com/office/officeart/2005/8/layout/vList5"/>
    <dgm:cxn modelId="{009FD4CE-A942-46F8-AF45-5F5F98674778}" type="presParOf" srcId="{1FC19AE4-3C22-4765-87BD-4B6A6B174AC6}" destId="{938D5F89-B56C-4570-B649-978047E115E6}" srcOrd="7" destOrd="0" presId="urn:microsoft.com/office/officeart/2005/8/layout/vList5"/>
    <dgm:cxn modelId="{7CACA274-84F2-42DC-841B-F6374D789565}" type="presParOf" srcId="{1FC19AE4-3C22-4765-87BD-4B6A6B174AC6}" destId="{FD3E390A-199D-480C-B4FD-B730CF73FAC7}" srcOrd="8" destOrd="0" presId="urn:microsoft.com/office/officeart/2005/8/layout/vList5"/>
    <dgm:cxn modelId="{7B1C8D17-7051-4050-A9D4-26768E0C47A2}" type="presParOf" srcId="{FD3E390A-199D-480C-B4FD-B730CF73FAC7}" destId="{9C057163-9916-43FF-92B5-7C9A195DB123}" srcOrd="0" destOrd="0" presId="urn:microsoft.com/office/officeart/2005/8/layout/vList5"/>
    <dgm:cxn modelId="{5B9C8B19-5554-47A9-BB7D-20AACA253D44}" type="presParOf" srcId="{FD3E390A-199D-480C-B4FD-B730CF73FAC7}" destId="{4AFBE578-7166-4003-8013-3344E32DB1AA}" srcOrd="1" destOrd="0" presId="urn:microsoft.com/office/officeart/2005/8/layout/vList5"/>
    <dgm:cxn modelId="{35539EF5-693E-4140-BE5F-AD6CE8877961}" type="presParOf" srcId="{1FC19AE4-3C22-4765-87BD-4B6A6B174AC6}" destId="{D8380573-3539-456E-98CE-3B5B5747352B}" srcOrd="9" destOrd="0" presId="urn:microsoft.com/office/officeart/2005/8/layout/vList5"/>
    <dgm:cxn modelId="{1675A254-A5CC-47F4-989E-67A36AD071F5}" type="presParOf" srcId="{1FC19AE4-3C22-4765-87BD-4B6A6B174AC6}" destId="{6DF25A36-3F53-4F94-8409-7314C3397B43}" srcOrd="10" destOrd="0" presId="urn:microsoft.com/office/officeart/2005/8/layout/vList5"/>
    <dgm:cxn modelId="{4346CE2E-F6DB-40FF-A04B-D99B7C2445A3}" type="presParOf" srcId="{6DF25A36-3F53-4F94-8409-7314C3397B43}" destId="{0B08FDF8-50CC-45AA-A223-D5E28FB8FF1A}" srcOrd="0" destOrd="0" presId="urn:microsoft.com/office/officeart/2005/8/layout/vList5"/>
    <dgm:cxn modelId="{7ABB7A58-8E51-44F5-B323-053F0030C5C2}" type="presParOf" srcId="{6DF25A36-3F53-4F94-8409-7314C3397B43}" destId="{1B384263-B64C-4900-9451-5FD5BA879FE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FADEB2B-9909-453E-8E54-784014A2B902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7C51FD32-0757-4FD0-9DE8-6ADA48D2ADBC}">
      <dgm:prSet/>
      <dgm:spPr/>
      <dgm:t>
        <a:bodyPr/>
        <a:lstStyle/>
        <a:p>
          <a:r>
            <a:rPr lang="de-DE"/>
            <a:t>Ähnlich wie Lehrer</a:t>
          </a:r>
        </a:p>
      </dgm:t>
    </dgm:pt>
    <dgm:pt modelId="{FE200EDB-7E2D-4B79-8269-3F5E156EB7CA}" type="parTrans" cxnId="{E9245E0A-6954-4EF0-8986-016862271EA9}">
      <dgm:prSet/>
      <dgm:spPr/>
      <dgm:t>
        <a:bodyPr/>
        <a:lstStyle/>
        <a:p>
          <a:endParaRPr lang="de-DE"/>
        </a:p>
      </dgm:t>
    </dgm:pt>
    <dgm:pt modelId="{5366EBF8-201D-44FC-93E8-219B9FED4184}" type="sibTrans" cxnId="{E9245E0A-6954-4EF0-8986-016862271EA9}">
      <dgm:prSet/>
      <dgm:spPr/>
      <dgm:t>
        <a:bodyPr/>
        <a:lstStyle/>
        <a:p>
          <a:endParaRPr lang="de-DE"/>
        </a:p>
      </dgm:t>
    </dgm:pt>
    <dgm:pt modelId="{59A271B5-A260-4F4A-8D5A-1A57695A5B66}">
      <dgm:prSet/>
      <dgm:spPr/>
      <dgm:t>
        <a:bodyPr/>
        <a:lstStyle/>
        <a:p>
          <a:r>
            <a:rPr lang="de-DE"/>
            <a:t>Account‑Verwaltung (Anlegen, </a:t>
          </a:r>
          <a:r>
            <a:rPr lang="de-DE" err="1"/>
            <a:t>Ändern,Löschen</a:t>
          </a:r>
          <a:r>
            <a:rPr lang="de-DE"/>
            <a:t>)</a:t>
          </a:r>
        </a:p>
      </dgm:t>
    </dgm:pt>
    <dgm:pt modelId="{3D165FC9-A19E-409E-9666-CF63D6089046}" type="parTrans" cxnId="{CF43C33C-7FC5-42BF-949C-0F76B217F0B1}">
      <dgm:prSet/>
      <dgm:spPr/>
      <dgm:t>
        <a:bodyPr/>
        <a:lstStyle/>
        <a:p>
          <a:endParaRPr lang="de-DE"/>
        </a:p>
      </dgm:t>
    </dgm:pt>
    <dgm:pt modelId="{265FA615-57B4-40FC-81F3-9A5879C671B5}" type="sibTrans" cxnId="{CF43C33C-7FC5-42BF-949C-0F76B217F0B1}">
      <dgm:prSet/>
      <dgm:spPr/>
      <dgm:t>
        <a:bodyPr/>
        <a:lstStyle/>
        <a:p>
          <a:endParaRPr lang="de-DE"/>
        </a:p>
      </dgm:t>
    </dgm:pt>
    <dgm:pt modelId="{8C25E315-82BD-4CE9-A4E3-C698FB3CB3D6}">
      <dgm:prSet/>
      <dgm:spPr/>
      <dgm:t>
        <a:bodyPr/>
        <a:lstStyle/>
        <a:p>
          <a:r>
            <a:rPr lang="de-DE"/>
            <a:t>Will Benutzerkonten verwalten (z. B. Lehrer-Zugänge) </a:t>
          </a:r>
        </a:p>
      </dgm:t>
    </dgm:pt>
    <dgm:pt modelId="{38DF2BFB-82BD-4FDA-9E5B-0D7A0E26A575}" type="parTrans" cxnId="{08CD1E76-9601-4BBD-86EB-DED617822C96}">
      <dgm:prSet/>
      <dgm:spPr/>
    </dgm:pt>
    <dgm:pt modelId="{7DA499A4-178F-4CF5-BDB7-79401A2B61E3}" type="sibTrans" cxnId="{08CD1E76-9601-4BBD-86EB-DED617822C96}">
      <dgm:prSet/>
      <dgm:spPr/>
    </dgm:pt>
    <dgm:pt modelId="{1B66F3F0-C08A-4AD3-BD30-C06641344FCD}">
      <dgm:prSet/>
      <dgm:spPr/>
      <dgm:t>
        <a:bodyPr/>
        <a:lstStyle/>
        <a:p>
          <a:r>
            <a:rPr lang="de-DE"/>
            <a:t>Fächer Verwaltung</a:t>
          </a:r>
        </a:p>
      </dgm:t>
    </dgm:pt>
    <dgm:pt modelId="{18AC5452-B399-4E2A-8C3D-8A54E8D227BE}" type="parTrans" cxnId="{3CD20B76-1EB9-455C-A621-07FA989D979A}">
      <dgm:prSet/>
      <dgm:spPr/>
    </dgm:pt>
    <dgm:pt modelId="{BCFF732C-D510-4C66-B191-7D8D2D3FA2D9}" type="sibTrans" cxnId="{3CD20B76-1EB9-455C-A621-07FA989D979A}">
      <dgm:prSet/>
      <dgm:spPr/>
    </dgm:pt>
    <dgm:pt modelId="{3B3DC450-5632-467D-8CAE-FB10BE6226A8}" type="pres">
      <dgm:prSet presAssocID="{EFADEB2B-9909-453E-8E54-784014A2B902}" presName="Name0" presStyleCnt="0">
        <dgm:presLayoutVars>
          <dgm:dir/>
          <dgm:animLvl val="lvl"/>
          <dgm:resizeHandles val="exact"/>
        </dgm:presLayoutVars>
      </dgm:prSet>
      <dgm:spPr/>
    </dgm:pt>
    <dgm:pt modelId="{E3058AE5-2932-454C-8358-DF5DE48B2041}" type="pres">
      <dgm:prSet presAssocID="{7C51FD32-0757-4FD0-9DE8-6ADA48D2ADBC}" presName="linNode" presStyleCnt="0"/>
      <dgm:spPr/>
    </dgm:pt>
    <dgm:pt modelId="{195AE70C-C8A2-421B-80BA-24ECF44C2BE0}" type="pres">
      <dgm:prSet presAssocID="{7C51FD32-0757-4FD0-9DE8-6ADA48D2ADBC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7DD133E8-C707-4224-85F7-188E685933F0}" type="pres">
      <dgm:prSet presAssocID="{7C51FD32-0757-4FD0-9DE8-6ADA48D2ADBC}" presName="descendantText" presStyleLbl="alignAccFollowNode1" presStyleIdx="0" presStyleCnt="2">
        <dgm:presLayoutVars>
          <dgm:bulletEnabled val="1"/>
        </dgm:presLayoutVars>
      </dgm:prSet>
      <dgm:spPr/>
    </dgm:pt>
    <dgm:pt modelId="{73DC695D-FACB-4B96-8E9E-B3C012D19F95}" type="pres">
      <dgm:prSet presAssocID="{5366EBF8-201D-44FC-93E8-219B9FED4184}" presName="sp" presStyleCnt="0"/>
      <dgm:spPr/>
    </dgm:pt>
    <dgm:pt modelId="{6114235F-E1FD-4749-AEB3-1DE13AC3C05B}" type="pres">
      <dgm:prSet presAssocID="{8C25E315-82BD-4CE9-A4E3-C698FB3CB3D6}" presName="linNode" presStyleCnt="0"/>
      <dgm:spPr/>
    </dgm:pt>
    <dgm:pt modelId="{34E96D84-5B1B-4471-A7C0-C2C08DB3F715}" type="pres">
      <dgm:prSet presAssocID="{8C25E315-82BD-4CE9-A4E3-C698FB3CB3D6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9F5CA29C-CFE2-484C-9E15-5A131105465C}" type="pres">
      <dgm:prSet presAssocID="{8C25E315-82BD-4CE9-A4E3-C698FB3CB3D6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E9245E0A-6954-4EF0-8986-016862271EA9}" srcId="{EFADEB2B-9909-453E-8E54-784014A2B902}" destId="{7C51FD32-0757-4FD0-9DE8-6ADA48D2ADBC}" srcOrd="0" destOrd="0" parTransId="{FE200EDB-7E2D-4B79-8269-3F5E156EB7CA}" sibTransId="{5366EBF8-201D-44FC-93E8-219B9FED4184}"/>
    <dgm:cxn modelId="{CC5AE737-6D68-4AE3-B545-6E09D06B13CD}" type="presOf" srcId="{EFADEB2B-9909-453E-8E54-784014A2B902}" destId="{3B3DC450-5632-467D-8CAE-FB10BE6226A8}" srcOrd="0" destOrd="0" presId="urn:microsoft.com/office/officeart/2005/8/layout/vList5"/>
    <dgm:cxn modelId="{CF43C33C-7FC5-42BF-949C-0F76B217F0B1}" srcId="{8C25E315-82BD-4CE9-A4E3-C698FB3CB3D6}" destId="{59A271B5-A260-4F4A-8D5A-1A57695A5B66}" srcOrd="0" destOrd="0" parTransId="{3D165FC9-A19E-409E-9666-CF63D6089046}" sibTransId="{265FA615-57B4-40FC-81F3-9A5879C671B5}"/>
    <dgm:cxn modelId="{3CD20B76-1EB9-455C-A621-07FA989D979A}" srcId="{7C51FD32-0757-4FD0-9DE8-6ADA48D2ADBC}" destId="{1B66F3F0-C08A-4AD3-BD30-C06641344FCD}" srcOrd="0" destOrd="0" parTransId="{18AC5452-B399-4E2A-8C3D-8A54E8D227BE}" sibTransId="{BCFF732C-D510-4C66-B191-7D8D2D3FA2D9}"/>
    <dgm:cxn modelId="{08CD1E76-9601-4BBD-86EB-DED617822C96}" srcId="{EFADEB2B-9909-453E-8E54-784014A2B902}" destId="{8C25E315-82BD-4CE9-A4E3-C698FB3CB3D6}" srcOrd="1" destOrd="0" parTransId="{38DF2BFB-82BD-4FDA-9E5B-0D7A0E26A575}" sibTransId="{7DA499A4-178F-4CF5-BDB7-79401A2B61E3}"/>
    <dgm:cxn modelId="{D1D59A82-BBDD-44F1-B1A8-6D552C01FBC0}" type="presOf" srcId="{8C25E315-82BD-4CE9-A4E3-C698FB3CB3D6}" destId="{34E96D84-5B1B-4471-A7C0-C2C08DB3F715}" srcOrd="0" destOrd="0" presId="urn:microsoft.com/office/officeart/2005/8/layout/vList5"/>
    <dgm:cxn modelId="{1634D79E-B196-467C-BF02-D878E9D702FE}" type="presOf" srcId="{1B66F3F0-C08A-4AD3-BD30-C06641344FCD}" destId="{7DD133E8-C707-4224-85F7-188E685933F0}" srcOrd="0" destOrd="0" presId="urn:microsoft.com/office/officeart/2005/8/layout/vList5"/>
    <dgm:cxn modelId="{B5790DA3-D656-4B53-A00F-764A825C6DE7}" type="presOf" srcId="{59A271B5-A260-4F4A-8D5A-1A57695A5B66}" destId="{9F5CA29C-CFE2-484C-9E15-5A131105465C}" srcOrd="0" destOrd="0" presId="urn:microsoft.com/office/officeart/2005/8/layout/vList5"/>
    <dgm:cxn modelId="{8DE49AF7-6966-4614-BB00-3A45EE9D97A3}" type="presOf" srcId="{7C51FD32-0757-4FD0-9DE8-6ADA48D2ADBC}" destId="{195AE70C-C8A2-421B-80BA-24ECF44C2BE0}" srcOrd="0" destOrd="0" presId="urn:microsoft.com/office/officeart/2005/8/layout/vList5"/>
    <dgm:cxn modelId="{655B2C30-FFEC-4E2D-947F-8059E00ADE9B}" type="presParOf" srcId="{3B3DC450-5632-467D-8CAE-FB10BE6226A8}" destId="{E3058AE5-2932-454C-8358-DF5DE48B2041}" srcOrd="0" destOrd="0" presId="urn:microsoft.com/office/officeart/2005/8/layout/vList5"/>
    <dgm:cxn modelId="{9FF9D04A-01BB-4E1D-861F-0093CB8EDC4A}" type="presParOf" srcId="{E3058AE5-2932-454C-8358-DF5DE48B2041}" destId="{195AE70C-C8A2-421B-80BA-24ECF44C2BE0}" srcOrd="0" destOrd="0" presId="urn:microsoft.com/office/officeart/2005/8/layout/vList5"/>
    <dgm:cxn modelId="{5E9512A5-5FC2-4625-B9BA-58351A5F1F0E}" type="presParOf" srcId="{E3058AE5-2932-454C-8358-DF5DE48B2041}" destId="{7DD133E8-C707-4224-85F7-188E685933F0}" srcOrd="1" destOrd="0" presId="urn:microsoft.com/office/officeart/2005/8/layout/vList5"/>
    <dgm:cxn modelId="{6992CD6F-CBF8-4274-8DBF-501D230E7399}" type="presParOf" srcId="{3B3DC450-5632-467D-8CAE-FB10BE6226A8}" destId="{73DC695D-FACB-4B96-8E9E-B3C012D19F95}" srcOrd="1" destOrd="0" presId="urn:microsoft.com/office/officeart/2005/8/layout/vList5"/>
    <dgm:cxn modelId="{690E4EB9-5024-4270-BC1F-6FA2E49E1A81}" type="presParOf" srcId="{3B3DC450-5632-467D-8CAE-FB10BE6226A8}" destId="{6114235F-E1FD-4749-AEB3-1DE13AC3C05B}" srcOrd="2" destOrd="0" presId="urn:microsoft.com/office/officeart/2005/8/layout/vList5"/>
    <dgm:cxn modelId="{95B597C4-D83C-48C4-8BD7-35E19DC3893D}" type="presParOf" srcId="{6114235F-E1FD-4749-AEB3-1DE13AC3C05B}" destId="{34E96D84-5B1B-4471-A7C0-C2C08DB3F715}" srcOrd="0" destOrd="0" presId="urn:microsoft.com/office/officeart/2005/8/layout/vList5"/>
    <dgm:cxn modelId="{09B0572E-461A-4BFC-BB31-220817FB23C3}" type="presParOf" srcId="{6114235F-E1FD-4749-AEB3-1DE13AC3C05B}" destId="{9F5CA29C-CFE2-484C-9E15-5A131105465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A96947F-BDFE-4016-93CF-95B1A69AD61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B16461EE-81BA-43B4-B47E-195A2978EBA5}">
      <dgm:prSet/>
      <dgm:spPr/>
      <dgm:t>
        <a:bodyPr/>
        <a:lstStyle/>
        <a:p>
          <a:r>
            <a:rPr lang="de-DE" b="1"/>
            <a:t>Die Plattform ist...</a:t>
          </a:r>
          <a:endParaRPr lang="de-DE"/>
        </a:p>
      </dgm:t>
    </dgm:pt>
    <dgm:pt modelId="{A59A1ADF-44CC-4738-94E7-63907C5C3D0C}" type="parTrans" cxnId="{97C37440-EBD6-4A8E-B5E3-1CCD36BA213B}">
      <dgm:prSet/>
      <dgm:spPr/>
      <dgm:t>
        <a:bodyPr/>
        <a:lstStyle/>
        <a:p>
          <a:endParaRPr lang="de-DE"/>
        </a:p>
      </dgm:t>
    </dgm:pt>
    <dgm:pt modelId="{9E7489BA-0B76-4922-B990-BD272C76D991}" type="sibTrans" cxnId="{97C37440-EBD6-4A8E-B5E3-1CCD36BA213B}">
      <dgm:prSet/>
      <dgm:spPr/>
      <dgm:t>
        <a:bodyPr/>
        <a:lstStyle/>
        <a:p>
          <a:endParaRPr lang="de-DE"/>
        </a:p>
      </dgm:t>
    </dgm:pt>
    <dgm:pt modelId="{A96163D4-605C-44F2-AE47-155456D1F2E3}">
      <dgm:prSet/>
      <dgm:spPr/>
      <dgm:t>
        <a:bodyPr/>
        <a:lstStyle/>
        <a:p>
          <a:r>
            <a:rPr lang="de-DE"/>
            <a:t>✅ </a:t>
          </a:r>
          <a:r>
            <a:rPr lang="de-DE" b="1"/>
            <a:t>Nutzerfreundlich</a:t>
          </a:r>
          <a:r>
            <a:rPr lang="de-DE"/>
            <a:t> </a:t>
          </a:r>
        </a:p>
        <a:p>
          <a:r>
            <a:rPr lang="de-DE"/>
            <a:t>	– Intuitiv für Kinder der 5.Klasse</a:t>
          </a:r>
        </a:p>
      </dgm:t>
    </dgm:pt>
    <dgm:pt modelId="{F0E3E946-7070-4004-9357-E1195B78292D}" type="parTrans" cxnId="{E44B7681-1661-4FFF-8C1F-E8DA1B035120}">
      <dgm:prSet/>
      <dgm:spPr/>
      <dgm:t>
        <a:bodyPr/>
        <a:lstStyle/>
        <a:p>
          <a:endParaRPr lang="de-DE"/>
        </a:p>
      </dgm:t>
    </dgm:pt>
    <dgm:pt modelId="{3D972C4B-B74F-4D74-B51A-31B50FDC0409}" type="sibTrans" cxnId="{E44B7681-1661-4FFF-8C1F-E8DA1B035120}">
      <dgm:prSet/>
      <dgm:spPr/>
      <dgm:t>
        <a:bodyPr/>
        <a:lstStyle/>
        <a:p>
          <a:endParaRPr lang="de-DE"/>
        </a:p>
      </dgm:t>
    </dgm:pt>
    <dgm:pt modelId="{2D932C10-7FFD-4761-BF64-46E7F520CD34}">
      <dgm:prSet/>
      <dgm:spPr/>
      <dgm:t>
        <a:bodyPr/>
        <a:lstStyle/>
        <a:p>
          <a:r>
            <a:rPr lang="de-DE"/>
            <a:t>✅ </a:t>
          </a:r>
          <a:r>
            <a:rPr lang="de-DE" b="1"/>
            <a:t>Direkt hilfreich</a:t>
          </a:r>
          <a:r>
            <a:rPr lang="de-DE"/>
            <a:t> </a:t>
          </a:r>
        </a:p>
        <a:p>
          <a:r>
            <a:rPr lang="de-DE"/>
            <a:t>	– Sofortiger Zugriff auf passende Materialien</a:t>
          </a:r>
        </a:p>
      </dgm:t>
    </dgm:pt>
    <dgm:pt modelId="{4B296B13-FCD7-4E03-B8A5-883718422384}" type="parTrans" cxnId="{9EE2C211-7328-4235-8F8B-6D131736ACB0}">
      <dgm:prSet/>
      <dgm:spPr/>
      <dgm:t>
        <a:bodyPr/>
        <a:lstStyle/>
        <a:p>
          <a:endParaRPr lang="de-DE"/>
        </a:p>
      </dgm:t>
    </dgm:pt>
    <dgm:pt modelId="{F484FBB9-C247-418B-BF11-E1F686837ED5}" type="sibTrans" cxnId="{9EE2C211-7328-4235-8F8B-6D131736ACB0}">
      <dgm:prSet/>
      <dgm:spPr/>
      <dgm:t>
        <a:bodyPr/>
        <a:lstStyle/>
        <a:p>
          <a:endParaRPr lang="de-DE"/>
        </a:p>
      </dgm:t>
    </dgm:pt>
    <dgm:pt modelId="{F5B369F1-6193-401B-AC79-6C40D349D24E}">
      <dgm:prSet/>
      <dgm:spPr/>
      <dgm:t>
        <a:bodyPr/>
        <a:lstStyle/>
        <a:p>
          <a:r>
            <a:rPr lang="de-DE"/>
            <a:t>✅ </a:t>
          </a:r>
          <a:r>
            <a:rPr lang="de-DE" b="1"/>
            <a:t>Pflege leicht </a:t>
          </a:r>
        </a:p>
        <a:p>
          <a:r>
            <a:rPr lang="de-DE"/>
            <a:t>	– Einfache Pflege durch Lehrkräfte</a:t>
          </a:r>
        </a:p>
      </dgm:t>
    </dgm:pt>
    <dgm:pt modelId="{B9BE3B90-F20C-48F5-B02D-9FD342A382AE}" type="parTrans" cxnId="{138F13BC-30BF-40AB-8A5F-425D4383F650}">
      <dgm:prSet/>
      <dgm:spPr/>
      <dgm:t>
        <a:bodyPr/>
        <a:lstStyle/>
        <a:p>
          <a:endParaRPr lang="de-DE"/>
        </a:p>
      </dgm:t>
    </dgm:pt>
    <dgm:pt modelId="{7642AFDD-7E31-492B-8807-A57EC0B7E892}" type="sibTrans" cxnId="{138F13BC-30BF-40AB-8A5F-425D4383F650}">
      <dgm:prSet/>
      <dgm:spPr/>
      <dgm:t>
        <a:bodyPr/>
        <a:lstStyle/>
        <a:p>
          <a:endParaRPr lang="de-DE"/>
        </a:p>
      </dgm:t>
    </dgm:pt>
    <dgm:pt modelId="{4F7932CA-C0BB-4B00-8155-D8E805BAF0E7}" type="pres">
      <dgm:prSet presAssocID="{7A96947F-BDFE-4016-93CF-95B1A69AD616}" presName="linear" presStyleCnt="0">
        <dgm:presLayoutVars>
          <dgm:animLvl val="lvl"/>
          <dgm:resizeHandles val="exact"/>
        </dgm:presLayoutVars>
      </dgm:prSet>
      <dgm:spPr/>
    </dgm:pt>
    <dgm:pt modelId="{803044BC-9635-4D2A-8DCA-7AD4D225BD12}" type="pres">
      <dgm:prSet presAssocID="{B16461EE-81BA-43B4-B47E-195A2978EBA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96C8EB1-15D6-42BE-8746-E30A34F1145B}" type="pres">
      <dgm:prSet presAssocID="{9E7489BA-0B76-4922-B990-BD272C76D991}" presName="spacer" presStyleCnt="0"/>
      <dgm:spPr/>
    </dgm:pt>
    <dgm:pt modelId="{C9F67B08-BE63-4843-B6A5-73DCE1446E3F}" type="pres">
      <dgm:prSet presAssocID="{A96163D4-605C-44F2-AE47-155456D1F2E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B06AB95-8192-4F52-8CD5-17ABD0AAEBB9}" type="pres">
      <dgm:prSet presAssocID="{3D972C4B-B74F-4D74-B51A-31B50FDC0409}" presName="spacer" presStyleCnt="0"/>
      <dgm:spPr/>
    </dgm:pt>
    <dgm:pt modelId="{3EB62FA2-0F1C-424A-B46F-217E5B560032}" type="pres">
      <dgm:prSet presAssocID="{2D932C10-7FFD-4761-BF64-46E7F520CD3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FEA2C81-97E5-4B70-9056-58C198A4A549}" type="pres">
      <dgm:prSet presAssocID="{F484FBB9-C247-418B-BF11-E1F686837ED5}" presName="spacer" presStyleCnt="0"/>
      <dgm:spPr/>
    </dgm:pt>
    <dgm:pt modelId="{2029ECD6-FFA0-44DB-B6A9-DD82D4E8E4C7}" type="pres">
      <dgm:prSet presAssocID="{F5B369F1-6193-401B-AC79-6C40D349D24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EE2C211-7328-4235-8F8B-6D131736ACB0}" srcId="{7A96947F-BDFE-4016-93CF-95B1A69AD616}" destId="{2D932C10-7FFD-4761-BF64-46E7F520CD34}" srcOrd="2" destOrd="0" parTransId="{4B296B13-FCD7-4E03-B8A5-883718422384}" sibTransId="{F484FBB9-C247-418B-BF11-E1F686837ED5}"/>
    <dgm:cxn modelId="{C842A019-070F-4D93-953F-AD15335F802D}" type="presOf" srcId="{F5B369F1-6193-401B-AC79-6C40D349D24E}" destId="{2029ECD6-FFA0-44DB-B6A9-DD82D4E8E4C7}" srcOrd="0" destOrd="0" presId="urn:microsoft.com/office/officeart/2005/8/layout/vList2"/>
    <dgm:cxn modelId="{53D28B1E-4F2B-4777-8F98-E96D19463092}" type="presOf" srcId="{7A96947F-BDFE-4016-93CF-95B1A69AD616}" destId="{4F7932CA-C0BB-4B00-8155-D8E805BAF0E7}" srcOrd="0" destOrd="0" presId="urn:microsoft.com/office/officeart/2005/8/layout/vList2"/>
    <dgm:cxn modelId="{9F418837-8182-41C3-BC71-732181EDE8D7}" type="presOf" srcId="{B16461EE-81BA-43B4-B47E-195A2978EBA5}" destId="{803044BC-9635-4D2A-8DCA-7AD4D225BD12}" srcOrd="0" destOrd="0" presId="urn:microsoft.com/office/officeart/2005/8/layout/vList2"/>
    <dgm:cxn modelId="{97C37440-EBD6-4A8E-B5E3-1CCD36BA213B}" srcId="{7A96947F-BDFE-4016-93CF-95B1A69AD616}" destId="{B16461EE-81BA-43B4-B47E-195A2978EBA5}" srcOrd="0" destOrd="0" parTransId="{A59A1ADF-44CC-4738-94E7-63907C5C3D0C}" sibTransId="{9E7489BA-0B76-4922-B990-BD272C76D991}"/>
    <dgm:cxn modelId="{E44B7681-1661-4FFF-8C1F-E8DA1B035120}" srcId="{7A96947F-BDFE-4016-93CF-95B1A69AD616}" destId="{A96163D4-605C-44F2-AE47-155456D1F2E3}" srcOrd="1" destOrd="0" parTransId="{F0E3E946-7070-4004-9357-E1195B78292D}" sibTransId="{3D972C4B-B74F-4D74-B51A-31B50FDC0409}"/>
    <dgm:cxn modelId="{CBD9BEAC-106D-4E1D-8FA1-A0313F0E4D1F}" type="presOf" srcId="{A96163D4-605C-44F2-AE47-155456D1F2E3}" destId="{C9F67B08-BE63-4843-B6A5-73DCE1446E3F}" srcOrd="0" destOrd="0" presId="urn:microsoft.com/office/officeart/2005/8/layout/vList2"/>
    <dgm:cxn modelId="{138F13BC-30BF-40AB-8A5F-425D4383F650}" srcId="{7A96947F-BDFE-4016-93CF-95B1A69AD616}" destId="{F5B369F1-6193-401B-AC79-6C40D349D24E}" srcOrd="3" destOrd="0" parTransId="{B9BE3B90-F20C-48F5-B02D-9FD342A382AE}" sibTransId="{7642AFDD-7E31-492B-8807-A57EC0B7E892}"/>
    <dgm:cxn modelId="{D7B409C2-0428-48A4-AD08-FBD4CEAEC92A}" type="presOf" srcId="{2D932C10-7FFD-4761-BF64-46E7F520CD34}" destId="{3EB62FA2-0F1C-424A-B46F-217E5B560032}" srcOrd="0" destOrd="0" presId="urn:microsoft.com/office/officeart/2005/8/layout/vList2"/>
    <dgm:cxn modelId="{1490AB37-F499-47EB-BB60-7F05C6A770DF}" type="presParOf" srcId="{4F7932CA-C0BB-4B00-8155-D8E805BAF0E7}" destId="{803044BC-9635-4D2A-8DCA-7AD4D225BD12}" srcOrd="0" destOrd="0" presId="urn:microsoft.com/office/officeart/2005/8/layout/vList2"/>
    <dgm:cxn modelId="{2BA34235-4427-4F98-B087-457FF520674E}" type="presParOf" srcId="{4F7932CA-C0BB-4B00-8155-D8E805BAF0E7}" destId="{096C8EB1-15D6-42BE-8746-E30A34F1145B}" srcOrd="1" destOrd="0" presId="urn:microsoft.com/office/officeart/2005/8/layout/vList2"/>
    <dgm:cxn modelId="{536C7F8F-2B82-4DE7-BE42-DF56B9CE020C}" type="presParOf" srcId="{4F7932CA-C0BB-4B00-8155-D8E805BAF0E7}" destId="{C9F67B08-BE63-4843-B6A5-73DCE1446E3F}" srcOrd="2" destOrd="0" presId="urn:microsoft.com/office/officeart/2005/8/layout/vList2"/>
    <dgm:cxn modelId="{5A54D854-3B2B-4BC6-BD9A-07C9600D04A2}" type="presParOf" srcId="{4F7932CA-C0BB-4B00-8155-D8E805BAF0E7}" destId="{4B06AB95-8192-4F52-8CD5-17ABD0AAEBB9}" srcOrd="3" destOrd="0" presId="urn:microsoft.com/office/officeart/2005/8/layout/vList2"/>
    <dgm:cxn modelId="{44B5B519-46DD-470B-9654-48D163E09FE9}" type="presParOf" srcId="{4F7932CA-C0BB-4B00-8155-D8E805BAF0E7}" destId="{3EB62FA2-0F1C-424A-B46F-217E5B560032}" srcOrd="4" destOrd="0" presId="urn:microsoft.com/office/officeart/2005/8/layout/vList2"/>
    <dgm:cxn modelId="{F6271579-B436-4A15-940E-5C333E013C5C}" type="presParOf" srcId="{4F7932CA-C0BB-4B00-8155-D8E805BAF0E7}" destId="{8FEA2C81-97E5-4B70-9056-58C198A4A549}" srcOrd="5" destOrd="0" presId="urn:microsoft.com/office/officeart/2005/8/layout/vList2"/>
    <dgm:cxn modelId="{90355CA8-85A3-4A6E-969B-CA709AC98FBF}" type="presParOf" srcId="{4F7932CA-C0BB-4B00-8155-D8E805BAF0E7}" destId="{2029ECD6-FFA0-44DB-B6A9-DD82D4E8E4C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186E06-13B2-456A-BC96-0F321674C7B9}">
      <dsp:nvSpPr>
        <dsp:cNvPr id="0" name=""/>
        <dsp:cNvSpPr/>
      </dsp:nvSpPr>
      <dsp:spPr>
        <a:xfrm>
          <a:off x="1333" y="88873"/>
          <a:ext cx="3121474" cy="15607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35560" rIns="5334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kern="1200"/>
            <a:t>Ausgangssituation / Problem/ Projektziel</a:t>
          </a:r>
          <a:endParaRPr lang="en-US" sz="2800" kern="1200"/>
        </a:p>
      </dsp:txBody>
      <dsp:txXfrm>
        <a:off x="47045" y="134585"/>
        <a:ext cx="3030050" cy="1469313"/>
      </dsp:txXfrm>
    </dsp:sp>
    <dsp:sp modelId="{AA073FB6-C386-4B9C-9FE8-99ABF8E69E62}">
      <dsp:nvSpPr>
        <dsp:cNvPr id="0" name=""/>
        <dsp:cNvSpPr/>
      </dsp:nvSpPr>
      <dsp:spPr>
        <a:xfrm>
          <a:off x="3903177" y="88873"/>
          <a:ext cx="3121474" cy="15607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35560" rIns="5334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kern="1200"/>
            <a:t>Zentrale Funktion</a:t>
          </a:r>
          <a:endParaRPr lang="en-US" sz="2800" kern="1200"/>
        </a:p>
      </dsp:txBody>
      <dsp:txXfrm>
        <a:off x="3948889" y="134585"/>
        <a:ext cx="3030050" cy="1469313"/>
      </dsp:txXfrm>
    </dsp:sp>
    <dsp:sp modelId="{3E6E07D6-6E56-4001-B9C4-0B039A7D8066}">
      <dsp:nvSpPr>
        <dsp:cNvPr id="0" name=""/>
        <dsp:cNvSpPr/>
      </dsp:nvSpPr>
      <dsp:spPr>
        <a:xfrm>
          <a:off x="7805020" y="88873"/>
          <a:ext cx="3121474" cy="15607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35560" rIns="5334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kern="1200"/>
            <a:t>Was bietet die Website?</a:t>
          </a:r>
          <a:endParaRPr lang="en-US" sz="2800" kern="1200"/>
        </a:p>
      </dsp:txBody>
      <dsp:txXfrm>
        <a:off x="7850732" y="134585"/>
        <a:ext cx="3030050" cy="1469313"/>
      </dsp:txXfrm>
    </dsp:sp>
    <dsp:sp modelId="{1D944FEC-2C81-4A94-912D-4491679406F0}">
      <dsp:nvSpPr>
        <dsp:cNvPr id="0" name=""/>
        <dsp:cNvSpPr/>
      </dsp:nvSpPr>
      <dsp:spPr>
        <a:xfrm>
          <a:off x="8117167" y="1649610"/>
          <a:ext cx="312147" cy="11705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70552"/>
              </a:lnTo>
              <a:lnTo>
                <a:pt x="312147" y="117055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FE25D7-9C2F-477F-9426-DB6ECE2F65A2}">
      <dsp:nvSpPr>
        <dsp:cNvPr id="0" name=""/>
        <dsp:cNvSpPr/>
      </dsp:nvSpPr>
      <dsp:spPr>
        <a:xfrm>
          <a:off x="8429315" y="2039794"/>
          <a:ext cx="2497179" cy="15607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/>
            <a:t>Anhand von Nutzungsszenarien (Schüler, Lehrer, Admin)</a:t>
          </a:r>
          <a:endParaRPr lang="en-US" sz="2200" kern="1200"/>
        </a:p>
      </dsp:txBody>
      <dsp:txXfrm>
        <a:off x="8475027" y="2085506"/>
        <a:ext cx="2405755" cy="146931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3002E1-C44E-41ED-9743-7EDB0B526B73}">
      <dsp:nvSpPr>
        <dsp:cNvPr id="0" name=""/>
        <dsp:cNvSpPr/>
      </dsp:nvSpPr>
      <dsp:spPr>
        <a:xfrm>
          <a:off x="0" y="36440"/>
          <a:ext cx="6666833" cy="1734159"/>
        </a:xfrm>
        <a:prstGeom prst="roundRect">
          <a:avLst/>
        </a:prstGeom>
        <a:solidFill>
          <a:srgbClr val="C0000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100" kern="1200"/>
            <a:t>Problem: Wissenslücke in den 5. Klassen</a:t>
          </a:r>
          <a:endParaRPr lang="en-US" sz="3100" kern="1200"/>
        </a:p>
      </dsp:txBody>
      <dsp:txXfrm>
        <a:off x="84655" y="121095"/>
        <a:ext cx="6497523" cy="1564849"/>
      </dsp:txXfrm>
    </dsp:sp>
    <dsp:sp modelId="{0F38256D-78FF-4C36-90D9-669FBB666B39}">
      <dsp:nvSpPr>
        <dsp:cNvPr id="0" name=""/>
        <dsp:cNvSpPr/>
      </dsp:nvSpPr>
      <dsp:spPr>
        <a:xfrm>
          <a:off x="0" y="1859880"/>
          <a:ext cx="6666833" cy="1734159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100" kern="1200"/>
            <a:t>Eltern möchten ihre Kinder unterstützen, haben aber oft keine passenden Materialien</a:t>
          </a:r>
          <a:endParaRPr lang="en-US" sz="3100" kern="1200"/>
        </a:p>
      </dsp:txBody>
      <dsp:txXfrm>
        <a:off x="84655" y="1944535"/>
        <a:ext cx="6497523" cy="1564849"/>
      </dsp:txXfrm>
    </dsp:sp>
    <dsp:sp modelId="{3F7FD185-32A4-4E67-9ABA-6FB7F8AE235B}">
      <dsp:nvSpPr>
        <dsp:cNvPr id="0" name=""/>
        <dsp:cNvSpPr/>
      </dsp:nvSpPr>
      <dsp:spPr>
        <a:xfrm>
          <a:off x="0" y="3683319"/>
          <a:ext cx="6666833" cy="1734159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100" kern="1200"/>
            <a:t>Ziel: Webbasierte Lernplattform für Schülerinnen &amp; Lehrer</a:t>
          </a:r>
          <a:endParaRPr lang="en-US" sz="3100" kern="1200"/>
        </a:p>
      </dsp:txBody>
      <dsp:txXfrm>
        <a:off x="84655" y="3767974"/>
        <a:ext cx="6497523" cy="156484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6B4309-C855-4774-848C-0B6553D07A7C}">
      <dsp:nvSpPr>
        <dsp:cNvPr id="0" name=""/>
        <dsp:cNvSpPr/>
      </dsp:nvSpPr>
      <dsp:spPr>
        <a:xfrm rot="5400000">
          <a:off x="6301587" y="-2303662"/>
          <a:ext cx="1698041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200" b="1" kern="1200"/>
            <a:t>Wissen vermitteln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200" b="1" kern="1200"/>
            <a:t>Wissen anwenden</a:t>
          </a:r>
          <a:r>
            <a:rPr lang="de-DE" sz="2200" kern="1200"/>
            <a:t> 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200" b="1" kern="1200"/>
            <a:t>Wissen vertiefen</a:t>
          </a:r>
          <a:endParaRPr lang="en-US" sz="2200" kern="1200"/>
        </a:p>
      </dsp:txBody>
      <dsp:txXfrm rot="-5400000">
        <a:off x="3785616" y="295201"/>
        <a:ext cx="6647092" cy="1532257"/>
      </dsp:txXfrm>
    </dsp:sp>
    <dsp:sp modelId="{425739D0-B83D-4DB9-BC70-B4691C83D44F}">
      <dsp:nvSpPr>
        <dsp:cNvPr id="0" name=""/>
        <dsp:cNvSpPr/>
      </dsp:nvSpPr>
      <dsp:spPr>
        <a:xfrm>
          <a:off x="0" y="53"/>
          <a:ext cx="3785616" cy="21225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300" kern="1200"/>
            <a:t>Die Plattform kombiniert drei zentrale Elemente</a:t>
          </a:r>
          <a:endParaRPr lang="en-US" sz="3300" kern="1200"/>
        </a:p>
      </dsp:txBody>
      <dsp:txXfrm>
        <a:off x="103614" y="103667"/>
        <a:ext cx="3578388" cy="1915324"/>
      </dsp:txXfrm>
    </dsp:sp>
    <dsp:sp modelId="{5034DAF9-E207-47E2-A4F0-95C3AC36EFBA}">
      <dsp:nvSpPr>
        <dsp:cNvPr id="0" name=""/>
        <dsp:cNvSpPr/>
      </dsp:nvSpPr>
      <dsp:spPr>
        <a:xfrm rot="5400000">
          <a:off x="6301587" y="-74983"/>
          <a:ext cx="1698041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200" kern="1200"/>
            <a:t>Klare 3-Klick-Navigation 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200" kern="1200"/>
            <a:t>Suchfunktion 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200" kern="1200">
              <a:latin typeface="Aptos Display" panose="02110004020202020204"/>
            </a:rPr>
            <a:t>Login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200" kern="1200"/>
            <a:t>optimiert für Desktop &amp; Mobilgeräte</a:t>
          </a:r>
          <a:endParaRPr lang="en-US" sz="2200" kern="1200"/>
        </a:p>
      </dsp:txBody>
      <dsp:txXfrm rot="-5400000">
        <a:off x="3785616" y="2523880"/>
        <a:ext cx="6647092" cy="1532257"/>
      </dsp:txXfrm>
    </dsp:sp>
    <dsp:sp modelId="{E920925D-C975-4472-B70A-71A7F11C190E}">
      <dsp:nvSpPr>
        <dsp:cNvPr id="0" name=""/>
        <dsp:cNvSpPr/>
      </dsp:nvSpPr>
      <dsp:spPr>
        <a:xfrm>
          <a:off x="0" y="2228732"/>
          <a:ext cx="3785616" cy="21225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300" b="1" kern="1200"/>
            <a:t>Grundlegende Merkmale</a:t>
          </a:r>
          <a:r>
            <a:rPr lang="de-DE" sz="3300" kern="1200"/>
            <a:t> </a:t>
          </a:r>
          <a:endParaRPr lang="en-US" sz="3300" kern="1200"/>
        </a:p>
      </dsp:txBody>
      <dsp:txXfrm>
        <a:off x="103614" y="2332346"/>
        <a:ext cx="3578388" cy="191532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664887-2FF7-496D-93F3-16C0C7CA3686}">
      <dsp:nvSpPr>
        <dsp:cNvPr id="0" name=""/>
        <dsp:cNvSpPr/>
      </dsp:nvSpPr>
      <dsp:spPr>
        <a:xfrm rot="5400000">
          <a:off x="4362232" y="-1864750"/>
          <a:ext cx="482068" cy="433248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700" kern="1200"/>
            <a:t>Dashboard</a:t>
          </a:r>
          <a:r>
            <a:rPr lang="de-DE" sz="1700" kern="1200">
              <a:latin typeface="Aptos Display" panose="02110004020202020204"/>
            </a:rPr>
            <a:t>,</a:t>
          </a:r>
          <a:r>
            <a:rPr lang="de-DE" sz="1700" kern="1200"/>
            <a:t> Themenseite</a:t>
          </a:r>
          <a:r>
            <a:rPr lang="de-DE" sz="1700" kern="1200">
              <a:latin typeface="Aptos Display" panose="02110004020202020204"/>
            </a:rPr>
            <a:t> und Sidebar </a:t>
          </a:r>
          <a:endParaRPr lang="de-DE" sz="1700" kern="1200"/>
        </a:p>
      </dsp:txBody>
      <dsp:txXfrm rot="-5400000">
        <a:off x="2437024" y="83991"/>
        <a:ext cx="4308953" cy="435002"/>
      </dsp:txXfrm>
    </dsp:sp>
    <dsp:sp modelId="{B48117EC-5B35-4E68-8174-B9DE78A1C869}">
      <dsp:nvSpPr>
        <dsp:cNvPr id="0" name=""/>
        <dsp:cNvSpPr/>
      </dsp:nvSpPr>
      <dsp:spPr>
        <a:xfrm>
          <a:off x="0" y="199"/>
          <a:ext cx="2437023" cy="60258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/>
            <a:t>Will gezielt Inhalte finden(max. 3-Klicks)  </a:t>
          </a:r>
        </a:p>
      </dsp:txBody>
      <dsp:txXfrm>
        <a:off x="29416" y="29615"/>
        <a:ext cx="2378191" cy="543754"/>
      </dsp:txXfrm>
    </dsp:sp>
    <dsp:sp modelId="{782782DB-E5B1-42D7-9DA3-754D5530B21A}">
      <dsp:nvSpPr>
        <dsp:cNvPr id="0" name=""/>
        <dsp:cNvSpPr/>
      </dsp:nvSpPr>
      <dsp:spPr>
        <a:xfrm rot="5400000">
          <a:off x="4362232" y="-1232035"/>
          <a:ext cx="482068" cy="433248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700" kern="1200"/>
            <a:t>Direkter Wechsel </a:t>
          </a:r>
          <a:r>
            <a:rPr lang="de-DE" sz="1700" kern="1200" err="1"/>
            <a:t>z.B</a:t>
          </a:r>
          <a:r>
            <a:rPr lang="de-DE" sz="1700" kern="1200"/>
            <a:t> Erklärung zur Übung</a:t>
          </a:r>
        </a:p>
      </dsp:txBody>
      <dsp:txXfrm rot="-5400000">
        <a:off x="2437024" y="716706"/>
        <a:ext cx="4308953" cy="435002"/>
      </dsp:txXfrm>
    </dsp:sp>
    <dsp:sp modelId="{246C2D65-58B1-49C1-B953-C2C4D3B3F5B4}">
      <dsp:nvSpPr>
        <dsp:cNvPr id="0" name=""/>
        <dsp:cNvSpPr/>
      </dsp:nvSpPr>
      <dsp:spPr>
        <a:xfrm>
          <a:off x="0" y="630137"/>
          <a:ext cx="2437023" cy="60258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/>
            <a:t>Will gelernte sofort anwenden </a:t>
          </a:r>
        </a:p>
      </dsp:txBody>
      <dsp:txXfrm>
        <a:off x="29416" y="659553"/>
        <a:ext cx="2378191" cy="543754"/>
      </dsp:txXfrm>
    </dsp:sp>
    <dsp:sp modelId="{F33FDA31-9DC4-42DA-9817-BC2D49657276}">
      <dsp:nvSpPr>
        <dsp:cNvPr id="0" name=""/>
        <dsp:cNvSpPr/>
      </dsp:nvSpPr>
      <dsp:spPr>
        <a:xfrm rot="5400000">
          <a:off x="4362232" y="-599319"/>
          <a:ext cx="482068" cy="433248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700" kern="1200"/>
            <a:t>PDF-Download Funktion</a:t>
          </a:r>
        </a:p>
      </dsp:txBody>
      <dsp:txXfrm rot="-5400000">
        <a:off x="2437024" y="1349422"/>
        <a:ext cx="4308953" cy="435002"/>
      </dsp:txXfrm>
    </dsp:sp>
    <dsp:sp modelId="{F98BFB1D-9C75-447D-B057-903FFFA99DE3}">
      <dsp:nvSpPr>
        <dsp:cNvPr id="0" name=""/>
        <dsp:cNvSpPr/>
      </dsp:nvSpPr>
      <dsp:spPr>
        <a:xfrm>
          <a:off x="0" y="1265630"/>
          <a:ext cx="2437023" cy="60258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/>
            <a:t>Will Offline üben können	</a:t>
          </a:r>
        </a:p>
      </dsp:txBody>
      <dsp:txXfrm>
        <a:off x="29416" y="1295046"/>
        <a:ext cx="2378191" cy="543754"/>
      </dsp:txXfrm>
    </dsp:sp>
    <dsp:sp modelId="{453E6D0F-9D35-4860-A03E-C4F167F957EB}">
      <dsp:nvSpPr>
        <dsp:cNvPr id="0" name=""/>
        <dsp:cNvSpPr/>
      </dsp:nvSpPr>
      <dsp:spPr>
        <a:xfrm rot="5400000">
          <a:off x="4362232" y="33395"/>
          <a:ext cx="482068" cy="433248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700" kern="1200"/>
            <a:t>Integrierter PDF-Viewer </a:t>
          </a:r>
        </a:p>
      </dsp:txBody>
      <dsp:txXfrm rot="-5400000">
        <a:off x="2437024" y="1982137"/>
        <a:ext cx="4308953" cy="435002"/>
      </dsp:txXfrm>
    </dsp:sp>
    <dsp:sp modelId="{ADB0228C-4E63-4D7A-8728-1F32742F39B8}">
      <dsp:nvSpPr>
        <dsp:cNvPr id="0" name=""/>
        <dsp:cNvSpPr/>
      </dsp:nvSpPr>
      <dsp:spPr>
        <a:xfrm>
          <a:off x="0" y="1898345"/>
          <a:ext cx="2437023" cy="60258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/>
            <a:t>Will Arbeitsblätter direkt ansehen ohne Download </a:t>
          </a:r>
        </a:p>
      </dsp:txBody>
      <dsp:txXfrm>
        <a:off x="29416" y="1927761"/>
        <a:ext cx="2378191" cy="543754"/>
      </dsp:txXfrm>
    </dsp:sp>
    <dsp:sp modelId="{20A01875-66C6-4C55-ABFC-B9E0625E022F}">
      <dsp:nvSpPr>
        <dsp:cNvPr id="0" name=""/>
        <dsp:cNvSpPr/>
      </dsp:nvSpPr>
      <dsp:spPr>
        <a:xfrm rot="5400000">
          <a:off x="4362232" y="666110"/>
          <a:ext cx="482068" cy="433248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700" kern="1200"/>
            <a:t>Video-Verlinkung</a:t>
          </a:r>
        </a:p>
      </dsp:txBody>
      <dsp:txXfrm rot="-5400000">
        <a:off x="2437024" y="2614852"/>
        <a:ext cx="4308953" cy="435002"/>
      </dsp:txXfrm>
    </dsp:sp>
    <dsp:sp modelId="{4BFE0FCB-A640-4AAF-ACC8-ADEB4F822771}">
      <dsp:nvSpPr>
        <dsp:cNvPr id="0" name=""/>
        <dsp:cNvSpPr/>
      </dsp:nvSpPr>
      <dsp:spPr>
        <a:xfrm>
          <a:off x="0" y="2531061"/>
          <a:ext cx="2437023" cy="60258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/>
            <a:t>Versteht Inhalte besser durch Zuschauen</a:t>
          </a:r>
        </a:p>
      </dsp:txBody>
      <dsp:txXfrm>
        <a:off x="29416" y="2560477"/>
        <a:ext cx="2378191" cy="543754"/>
      </dsp:txXfrm>
    </dsp:sp>
    <dsp:sp modelId="{BDCDDA74-EFD7-4967-B2BB-8EFBF23981F0}">
      <dsp:nvSpPr>
        <dsp:cNvPr id="0" name=""/>
        <dsp:cNvSpPr/>
      </dsp:nvSpPr>
      <dsp:spPr>
        <a:xfrm rot="5400000">
          <a:off x="4362232" y="1298826"/>
          <a:ext cx="482068" cy="433248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700" kern="1200"/>
            <a:t>Testfunktion</a:t>
          </a:r>
        </a:p>
      </dsp:txBody>
      <dsp:txXfrm rot="-5400000">
        <a:off x="2437024" y="3247568"/>
        <a:ext cx="4308953" cy="435002"/>
      </dsp:txXfrm>
    </dsp:sp>
    <dsp:sp modelId="{315B3E10-5EE0-48CB-B88A-2AACED17E347}">
      <dsp:nvSpPr>
        <dsp:cNvPr id="0" name=""/>
        <dsp:cNvSpPr/>
      </dsp:nvSpPr>
      <dsp:spPr>
        <a:xfrm>
          <a:off x="0" y="3163776"/>
          <a:ext cx="2437023" cy="60258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/>
            <a:t>Will Wissen sofort selbst überprüfen/Testen </a:t>
          </a:r>
        </a:p>
      </dsp:txBody>
      <dsp:txXfrm>
        <a:off x="29416" y="3193192"/>
        <a:ext cx="2378191" cy="543754"/>
      </dsp:txXfrm>
    </dsp:sp>
    <dsp:sp modelId="{09A709F3-2315-4AA2-8FCF-2DAA0C769163}">
      <dsp:nvSpPr>
        <dsp:cNvPr id="0" name=""/>
        <dsp:cNvSpPr/>
      </dsp:nvSpPr>
      <dsp:spPr>
        <a:xfrm rot="5400000">
          <a:off x="4362232" y="1931541"/>
          <a:ext cx="482068" cy="433248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700" kern="1200"/>
            <a:t>Favoriten-Funktion mit Login</a:t>
          </a:r>
        </a:p>
      </dsp:txBody>
      <dsp:txXfrm rot="-5400000">
        <a:off x="2437024" y="3880283"/>
        <a:ext cx="4308953" cy="435002"/>
      </dsp:txXfrm>
    </dsp:sp>
    <dsp:sp modelId="{0FD22470-ACC0-48DA-9F8C-A998C252C853}">
      <dsp:nvSpPr>
        <dsp:cNvPr id="0" name=""/>
        <dsp:cNvSpPr/>
      </dsp:nvSpPr>
      <dsp:spPr>
        <a:xfrm>
          <a:off x="0" y="3796491"/>
          <a:ext cx="2437023" cy="60258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/>
            <a:t>Will häufig genutzte Inhalte schneller wiederfinden </a:t>
          </a:r>
        </a:p>
      </dsp:txBody>
      <dsp:txXfrm>
        <a:off x="29416" y="3825907"/>
        <a:ext cx="2378191" cy="543754"/>
      </dsp:txXfrm>
    </dsp:sp>
    <dsp:sp modelId="{D7B09C80-4CB7-4D23-8CC3-B96CF3F46AE0}">
      <dsp:nvSpPr>
        <dsp:cNvPr id="0" name=""/>
        <dsp:cNvSpPr/>
      </dsp:nvSpPr>
      <dsp:spPr>
        <a:xfrm rot="5400000">
          <a:off x="4362232" y="2564257"/>
          <a:ext cx="482068" cy="433248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700" kern="1200"/>
            <a:t>Mobile Ansicht</a:t>
          </a:r>
        </a:p>
      </dsp:txBody>
      <dsp:txXfrm rot="-5400000">
        <a:off x="2437024" y="4512999"/>
        <a:ext cx="4308953" cy="435002"/>
      </dsp:txXfrm>
    </dsp:sp>
    <dsp:sp modelId="{2B5A1040-9CAB-4FBD-9D86-F959B360F159}">
      <dsp:nvSpPr>
        <dsp:cNvPr id="0" name=""/>
        <dsp:cNvSpPr/>
      </dsp:nvSpPr>
      <dsp:spPr>
        <a:xfrm>
          <a:off x="0" y="4429207"/>
          <a:ext cx="2437023" cy="60258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/>
            <a:t>Will unterwegs auf dem Handy lernen </a:t>
          </a:r>
        </a:p>
      </dsp:txBody>
      <dsp:txXfrm>
        <a:off x="29416" y="4458623"/>
        <a:ext cx="2378191" cy="54375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AEE2A4-3181-42C8-8F30-87C7CD93D41E}">
      <dsp:nvSpPr>
        <dsp:cNvPr id="0" name=""/>
        <dsp:cNvSpPr/>
      </dsp:nvSpPr>
      <dsp:spPr>
        <a:xfrm rot="5400000">
          <a:off x="4063310" y="-1656653"/>
          <a:ext cx="652011" cy="413112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000" kern="1200"/>
            <a:t>Login</a:t>
          </a:r>
          <a:endParaRPr lang="en-US" sz="2000" kern="1200"/>
        </a:p>
      </dsp:txBody>
      <dsp:txXfrm rot="-5400000">
        <a:off x="2323756" y="114730"/>
        <a:ext cx="4099292" cy="588353"/>
      </dsp:txXfrm>
    </dsp:sp>
    <dsp:sp modelId="{D050F667-B864-4812-BE44-070B8874AED3}">
      <dsp:nvSpPr>
        <dsp:cNvPr id="0" name=""/>
        <dsp:cNvSpPr/>
      </dsp:nvSpPr>
      <dsp:spPr>
        <a:xfrm>
          <a:off x="0" y="1399"/>
          <a:ext cx="2323755" cy="81501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/>
            <a:t>Braucht geschützte Verwaltung</a:t>
          </a:r>
          <a:endParaRPr lang="en-US" sz="1600" kern="1200"/>
        </a:p>
      </dsp:txBody>
      <dsp:txXfrm>
        <a:off x="39786" y="41185"/>
        <a:ext cx="2244183" cy="735442"/>
      </dsp:txXfrm>
    </dsp:sp>
    <dsp:sp modelId="{B5A40335-EED4-4846-91D6-25DE9693395E}">
      <dsp:nvSpPr>
        <dsp:cNvPr id="0" name=""/>
        <dsp:cNvSpPr/>
      </dsp:nvSpPr>
      <dsp:spPr>
        <a:xfrm rot="5400000">
          <a:off x="4063310" y="-800888"/>
          <a:ext cx="652011" cy="413112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000" kern="1200"/>
            <a:t>Hinzufüge- und lösch Möglichkeit</a:t>
          </a:r>
          <a:endParaRPr lang="en-US" sz="2000" kern="1200"/>
        </a:p>
      </dsp:txBody>
      <dsp:txXfrm rot="-5400000">
        <a:off x="2323756" y="970495"/>
        <a:ext cx="4099292" cy="588353"/>
      </dsp:txXfrm>
    </dsp:sp>
    <dsp:sp modelId="{7FD5D14E-DF4B-4F99-881D-497DC5F4551B}">
      <dsp:nvSpPr>
        <dsp:cNvPr id="0" name=""/>
        <dsp:cNvSpPr/>
      </dsp:nvSpPr>
      <dsp:spPr>
        <a:xfrm>
          <a:off x="0" y="857165"/>
          <a:ext cx="2323755" cy="81501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/>
            <a:t>Muss das Fächer- und Unterthemen-Angebot flexibel anpassen</a:t>
          </a:r>
          <a:endParaRPr lang="en-US" sz="1600" kern="1200"/>
        </a:p>
      </dsp:txBody>
      <dsp:txXfrm>
        <a:off x="39786" y="896951"/>
        <a:ext cx="2244183" cy="735442"/>
      </dsp:txXfrm>
    </dsp:sp>
    <dsp:sp modelId="{8B6ECD2B-A8F6-48D8-8478-B6E9CF72657C}">
      <dsp:nvSpPr>
        <dsp:cNvPr id="0" name=""/>
        <dsp:cNvSpPr/>
      </dsp:nvSpPr>
      <dsp:spPr>
        <a:xfrm rot="5400000">
          <a:off x="4063310" y="54876"/>
          <a:ext cx="652011" cy="413112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000" kern="1200"/>
            <a:t>Editor für Inhalte und Lösungen </a:t>
          </a:r>
          <a:endParaRPr lang="en-US" sz="2000" kern="1200"/>
        </a:p>
      </dsp:txBody>
      <dsp:txXfrm rot="-5400000">
        <a:off x="2323756" y="1826260"/>
        <a:ext cx="4099292" cy="588353"/>
      </dsp:txXfrm>
    </dsp:sp>
    <dsp:sp modelId="{69EA4235-996F-48AD-80B5-8DB77049AE72}">
      <dsp:nvSpPr>
        <dsp:cNvPr id="0" name=""/>
        <dsp:cNvSpPr/>
      </dsp:nvSpPr>
      <dsp:spPr>
        <a:xfrm>
          <a:off x="0" y="1712930"/>
          <a:ext cx="2323755" cy="81501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/>
            <a:t>Will Texte und Aufgabeninhalte pflegen </a:t>
          </a:r>
          <a:endParaRPr lang="en-US" sz="1600" kern="1200"/>
        </a:p>
      </dsp:txBody>
      <dsp:txXfrm>
        <a:off x="39786" y="1752716"/>
        <a:ext cx="2244183" cy="735442"/>
      </dsp:txXfrm>
    </dsp:sp>
    <dsp:sp modelId="{70480B66-E92B-4359-BC76-1A73F98674C4}">
      <dsp:nvSpPr>
        <dsp:cNvPr id="0" name=""/>
        <dsp:cNvSpPr/>
      </dsp:nvSpPr>
      <dsp:spPr>
        <a:xfrm rot="5400000">
          <a:off x="4063310" y="910641"/>
          <a:ext cx="652011" cy="413112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000" kern="1200"/>
            <a:t>PDF-Upload </a:t>
          </a:r>
          <a:endParaRPr lang="en-US" sz="2000" kern="1200"/>
        </a:p>
      </dsp:txBody>
      <dsp:txXfrm rot="-5400000">
        <a:off x="2323756" y="2682025"/>
        <a:ext cx="4099292" cy="588353"/>
      </dsp:txXfrm>
    </dsp:sp>
    <dsp:sp modelId="{37C38BAA-2BB1-42EB-8A43-5B4237BE1232}">
      <dsp:nvSpPr>
        <dsp:cNvPr id="0" name=""/>
        <dsp:cNvSpPr/>
      </dsp:nvSpPr>
      <dsp:spPr>
        <a:xfrm>
          <a:off x="0" y="2568695"/>
          <a:ext cx="2323755" cy="81501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/>
            <a:t>Will aktuelle Materialien bereitstellen </a:t>
          </a:r>
          <a:endParaRPr lang="en-US" sz="1600" kern="1200"/>
        </a:p>
      </dsp:txBody>
      <dsp:txXfrm>
        <a:off x="39786" y="2608481"/>
        <a:ext cx="2244183" cy="735442"/>
      </dsp:txXfrm>
    </dsp:sp>
    <dsp:sp modelId="{4AFBE578-7166-4003-8013-3344E32DB1AA}">
      <dsp:nvSpPr>
        <dsp:cNvPr id="0" name=""/>
        <dsp:cNvSpPr/>
      </dsp:nvSpPr>
      <dsp:spPr>
        <a:xfrm rot="5400000">
          <a:off x="4063310" y="1766407"/>
          <a:ext cx="652011" cy="413112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000" kern="1200"/>
            <a:t>Testerstellung</a:t>
          </a:r>
          <a:endParaRPr lang="en-US" sz="2000" kern="1200"/>
        </a:p>
      </dsp:txBody>
      <dsp:txXfrm rot="-5400000">
        <a:off x="2323756" y="3537791"/>
        <a:ext cx="4099292" cy="588353"/>
      </dsp:txXfrm>
    </dsp:sp>
    <dsp:sp modelId="{9C057163-9916-43FF-92B5-7C9A195DB123}">
      <dsp:nvSpPr>
        <dsp:cNvPr id="0" name=""/>
        <dsp:cNvSpPr/>
      </dsp:nvSpPr>
      <dsp:spPr>
        <a:xfrm>
          <a:off x="0" y="3424460"/>
          <a:ext cx="2323755" cy="81501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/>
            <a:t>Will Wissen digital abfragen und automatisch bewerten</a:t>
          </a:r>
          <a:endParaRPr lang="en-US" sz="1600" kern="1200"/>
        </a:p>
      </dsp:txBody>
      <dsp:txXfrm>
        <a:off x="39786" y="3464246"/>
        <a:ext cx="2244183" cy="735442"/>
      </dsp:txXfrm>
    </dsp:sp>
    <dsp:sp modelId="{1B384263-B64C-4900-9451-5FD5BA879FEE}">
      <dsp:nvSpPr>
        <dsp:cNvPr id="0" name=""/>
        <dsp:cNvSpPr/>
      </dsp:nvSpPr>
      <dsp:spPr>
        <a:xfrm rot="5400000">
          <a:off x="4063310" y="2665081"/>
          <a:ext cx="652011" cy="413112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000" kern="1200"/>
            <a:t>Favoriten-Funktion</a:t>
          </a:r>
          <a:endParaRPr lang="en-US" sz="2000" kern="1200"/>
        </a:p>
      </dsp:txBody>
      <dsp:txXfrm rot="-5400000">
        <a:off x="2323756" y="4436465"/>
        <a:ext cx="4099292" cy="588353"/>
      </dsp:txXfrm>
    </dsp:sp>
    <dsp:sp modelId="{0B08FDF8-50CC-45AA-A223-D5E28FB8FF1A}">
      <dsp:nvSpPr>
        <dsp:cNvPr id="0" name=""/>
        <dsp:cNvSpPr/>
      </dsp:nvSpPr>
      <dsp:spPr>
        <a:xfrm>
          <a:off x="0" y="4280225"/>
          <a:ext cx="2323755" cy="81501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/>
            <a:t>Will wichtige Themen und Fächer griffbereit haben </a:t>
          </a:r>
          <a:endParaRPr lang="en-US" sz="1600" kern="1200"/>
        </a:p>
      </dsp:txBody>
      <dsp:txXfrm>
        <a:off x="39786" y="4320011"/>
        <a:ext cx="2244183" cy="73544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D133E8-C707-4224-85F7-188E685933F0}">
      <dsp:nvSpPr>
        <dsp:cNvPr id="0" name=""/>
        <dsp:cNvSpPr/>
      </dsp:nvSpPr>
      <dsp:spPr>
        <a:xfrm rot="5400000">
          <a:off x="2924573" y="-838623"/>
          <a:ext cx="1379510" cy="340172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600" kern="1200"/>
            <a:t>Fächer Verwaltung</a:t>
          </a:r>
        </a:p>
      </dsp:txBody>
      <dsp:txXfrm rot="-5400000">
        <a:off x="1913468" y="239824"/>
        <a:ext cx="3334378" cy="1244826"/>
      </dsp:txXfrm>
    </dsp:sp>
    <dsp:sp modelId="{195AE70C-C8A2-421B-80BA-24ECF44C2BE0}">
      <dsp:nvSpPr>
        <dsp:cNvPr id="0" name=""/>
        <dsp:cNvSpPr/>
      </dsp:nvSpPr>
      <dsp:spPr>
        <a:xfrm>
          <a:off x="0" y="43"/>
          <a:ext cx="1913468" cy="17243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/>
            <a:t>Ähnlich wie Lehrer</a:t>
          </a:r>
        </a:p>
      </dsp:txBody>
      <dsp:txXfrm>
        <a:off x="84178" y="84221"/>
        <a:ext cx="1745112" cy="1556032"/>
      </dsp:txXfrm>
    </dsp:sp>
    <dsp:sp modelId="{9F5CA29C-CFE2-484C-9E15-5A131105465C}">
      <dsp:nvSpPr>
        <dsp:cNvPr id="0" name=""/>
        <dsp:cNvSpPr/>
      </dsp:nvSpPr>
      <dsp:spPr>
        <a:xfrm rot="5400000">
          <a:off x="2924573" y="971985"/>
          <a:ext cx="1379510" cy="340172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600" kern="1200"/>
            <a:t>Account‑Verwaltung (Anlegen, </a:t>
          </a:r>
          <a:r>
            <a:rPr lang="de-DE" sz="2600" kern="1200" err="1"/>
            <a:t>Ändern,Löschen</a:t>
          </a:r>
          <a:r>
            <a:rPr lang="de-DE" sz="2600" kern="1200"/>
            <a:t>)</a:t>
          </a:r>
        </a:p>
      </dsp:txBody>
      <dsp:txXfrm rot="-5400000">
        <a:off x="1913468" y="2050432"/>
        <a:ext cx="3334378" cy="1244826"/>
      </dsp:txXfrm>
    </dsp:sp>
    <dsp:sp modelId="{34E96D84-5B1B-4471-A7C0-C2C08DB3F715}">
      <dsp:nvSpPr>
        <dsp:cNvPr id="0" name=""/>
        <dsp:cNvSpPr/>
      </dsp:nvSpPr>
      <dsp:spPr>
        <a:xfrm>
          <a:off x="0" y="1810651"/>
          <a:ext cx="1913468" cy="17243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/>
            <a:t>Will Benutzerkonten verwalten (z. B. Lehrer-Zugänge) </a:t>
          </a:r>
        </a:p>
      </dsp:txBody>
      <dsp:txXfrm>
        <a:off x="84178" y="1894829"/>
        <a:ext cx="1745112" cy="155603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3044BC-9635-4D2A-8DCA-7AD4D225BD12}">
      <dsp:nvSpPr>
        <dsp:cNvPr id="0" name=""/>
        <dsp:cNvSpPr/>
      </dsp:nvSpPr>
      <dsp:spPr>
        <a:xfrm>
          <a:off x="0" y="695760"/>
          <a:ext cx="7517160" cy="12093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b="1" kern="1200"/>
            <a:t>Die Plattform ist...</a:t>
          </a:r>
          <a:endParaRPr lang="de-DE" sz="2500" kern="1200"/>
        </a:p>
      </dsp:txBody>
      <dsp:txXfrm>
        <a:off x="59033" y="754793"/>
        <a:ext cx="7399094" cy="1091238"/>
      </dsp:txXfrm>
    </dsp:sp>
    <dsp:sp modelId="{C9F67B08-BE63-4843-B6A5-73DCE1446E3F}">
      <dsp:nvSpPr>
        <dsp:cNvPr id="0" name=""/>
        <dsp:cNvSpPr/>
      </dsp:nvSpPr>
      <dsp:spPr>
        <a:xfrm>
          <a:off x="0" y="1977064"/>
          <a:ext cx="7517160" cy="12093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✅ </a:t>
          </a:r>
          <a:r>
            <a:rPr lang="de-DE" sz="2500" b="1" kern="1200"/>
            <a:t>Nutzerfreundlich</a:t>
          </a:r>
          <a:r>
            <a:rPr lang="de-DE" sz="2500" kern="1200"/>
            <a:t> </a:t>
          </a:r>
        </a:p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	– Intuitiv für Kinder der 5.Klasse</a:t>
          </a:r>
        </a:p>
      </dsp:txBody>
      <dsp:txXfrm>
        <a:off x="59033" y="2036097"/>
        <a:ext cx="7399094" cy="1091238"/>
      </dsp:txXfrm>
    </dsp:sp>
    <dsp:sp modelId="{3EB62FA2-0F1C-424A-B46F-217E5B560032}">
      <dsp:nvSpPr>
        <dsp:cNvPr id="0" name=""/>
        <dsp:cNvSpPr/>
      </dsp:nvSpPr>
      <dsp:spPr>
        <a:xfrm>
          <a:off x="0" y="3258369"/>
          <a:ext cx="7517160" cy="12093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✅ </a:t>
          </a:r>
          <a:r>
            <a:rPr lang="de-DE" sz="2500" b="1" kern="1200"/>
            <a:t>Direkt hilfreich</a:t>
          </a:r>
          <a:r>
            <a:rPr lang="de-DE" sz="2500" kern="1200"/>
            <a:t> </a:t>
          </a:r>
        </a:p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	– Sofortiger Zugriff auf passende Materialien</a:t>
          </a:r>
        </a:p>
      </dsp:txBody>
      <dsp:txXfrm>
        <a:off x="59033" y="3317402"/>
        <a:ext cx="7399094" cy="1091238"/>
      </dsp:txXfrm>
    </dsp:sp>
    <dsp:sp modelId="{2029ECD6-FFA0-44DB-B6A9-DD82D4E8E4C7}">
      <dsp:nvSpPr>
        <dsp:cNvPr id="0" name=""/>
        <dsp:cNvSpPr/>
      </dsp:nvSpPr>
      <dsp:spPr>
        <a:xfrm>
          <a:off x="0" y="4539674"/>
          <a:ext cx="7517160" cy="12093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✅ </a:t>
          </a:r>
          <a:r>
            <a:rPr lang="de-DE" sz="2500" b="1" kern="1200"/>
            <a:t>Pflege leicht </a:t>
          </a:r>
        </a:p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	– Einfache Pflege durch Lehrkräfte</a:t>
          </a:r>
        </a:p>
      </dsp:txBody>
      <dsp:txXfrm>
        <a:off x="59033" y="4598707"/>
        <a:ext cx="7399094" cy="10912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8D1180-8A3B-48EC-8EFA-0A86621C0415}" type="datetimeFigureOut">
              <a:rPr lang="de-DE" smtClean="0"/>
              <a:t>09.01.2026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F62F80-005E-467B-A8FA-66118C8C7E3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369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62F80-005E-467B-A8FA-66118C8C7E3A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55170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de-DE" b="1"/>
              <a:t>Wissen vermitteln:</a:t>
            </a:r>
            <a:r>
              <a:rPr lang="de-DE"/>
              <a:t> Erklärende Texte mit Bildern, Formeln und verlinkten Lernvideos.</a:t>
            </a:r>
            <a:endParaRPr lang="en-US"/>
          </a:p>
          <a:p>
            <a:pPr lvl="0"/>
            <a:r>
              <a:rPr lang="de-DE" b="1"/>
              <a:t>Wissen anwenden:</a:t>
            </a:r>
            <a:r>
              <a:rPr lang="de-DE"/>
              <a:t> Interaktive Übungsaufgaben mit sofortiger Selbstüberprüfung.</a:t>
            </a:r>
            <a:endParaRPr lang="en-US"/>
          </a:p>
          <a:p>
            <a:pPr lvl="0"/>
            <a:r>
              <a:rPr lang="de-DE" b="1"/>
              <a:t>Wissen vertiefen:</a:t>
            </a:r>
            <a:r>
              <a:rPr lang="de-DE"/>
              <a:t> Übungsblätter als PDF (zum Ansehen im Browser oder Download).</a:t>
            </a:r>
            <a:endParaRPr lang="en-US"/>
          </a:p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62F80-005E-467B-A8FA-66118C8C7E3A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06475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62F80-005E-467B-A8FA-66118C8C7E3A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38991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62F80-005E-467B-A8FA-66118C8C7E3A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13811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62F80-005E-467B-A8FA-66118C8C7E3A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2445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220595-6500-719C-6DB4-4A897A9B93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F8DC8E0-26BE-BA8F-8FB5-C7B3F3583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6EDC5C-67C2-E994-5768-622E98BAD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CECA5-A7FB-443E-A822-4690480F9878}" type="datetimeFigureOut">
              <a:rPr lang="de-DE" smtClean="0"/>
              <a:t>09.01.2026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33319AF-2B40-430C-5C81-827A7F19E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739A395-F9DB-B06B-F5AA-BE095999B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1A733-8CED-44E6-BC68-D2DF4468A2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5511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3DE6EB-93F2-0AE9-8BF2-44D72E941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920886-13CC-32D2-85FA-18C9C730D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0C2C8C3-4255-6456-299C-57A0F26B1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CECA5-A7FB-443E-A822-4690480F9878}" type="datetimeFigureOut">
              <a:rPr lang="de-DE" smtClean="0"/>
              <a:t>09.01.2026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E3AFA11-93D4-1F9B-A20F-35B24E412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62A6402-289B-8E83-7ABB-37898F342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1A733-8CED-44E6-BC68-D2DF4468A2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5913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699286-48AC-8506-AB5F-83CDBF84F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015553D-8B3A-4A43-4855-C7791226A4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3ADBF64-46FC-AD4D-E25F-52EFA9AC4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CECA5-A7FB-443E-A822-4690480F9878}" type="datetimeFigureOut">
              <a:rPr lang="de-DE" smtClean="0"/>
              <a:t>09.01.2026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98F9B51-A5DA-C227-6A09-649FE50AD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30F6985-F63C-5298-45A1-D9B582DA4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1A733-8CED-44E6-BC68-D2DF4468A2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2181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39118E-D299-5CDE-72E0-4B402A3A4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08ACC8F-C5F1-C561-6699-97BD3D5E23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1B0B5CB-B6B5-C05B-0031-66869E688B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86A71F1-2963-DB06-67C9-256D9D851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CECA5-A7FB-443E-A822-4690480F9878}" type="datetimeFigureOut">
              <a:rPr lang="de-DE" smtClean="0"/>
              <a:t>09.01.2026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2B3BDAE-F21C-F95D-18CE-D9854D7C2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EEEC314-2543-243A-33A6-C84A2634E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1A733-8CED-44E6-BC68-D2DF4468A2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4193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32FC3C-DC11-B517-936C-0701E1DB1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478218F-5BCA-BC1E-3848-A71135EBE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409B857-FCBD-B5CA-64A0-25F702B9F4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DEB08B4-3125-4FC2-BC2A-B6445537E2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F67D5BD-F7E8-B52C-620B-BD1A841556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F545970-189D-528E-CF4F-EE1D9EDBC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CECA5-A7FB-443E-A822-4690480F9878}" type="datetimeFigureOut">
              <a:rPr lang="de-DE" smtClean="0"/>
              <a:t>09.01.2026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21069B3-28D8-E4ED-B397-F6F71566D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B934DE0-1190-89C0-0229-8D18EB860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1A733-8CED-44E6-BC68-D2DF4468A2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3848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D98360-23D3-9519-BCE3-C8D201259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7890920-C897-6FE5-0813-CF399407D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CECA5-A7FB-443E-A822-4690480F9878}" type="datetimeFigureOut">
              <a:rPr lang="de-DE" smtClean="0"/>
              <a:t>09.01.2026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CBEA154-4B55-E16C-AF5E-DCBC03702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B60EF5B-5CF8-D867-80A6-A30DACEF3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1A733-8CED-44E6-BC68-D2DF4468A2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8867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0F8EEAF-61BD-E634-7081-7A57D6B88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CECA5-A7FB-443E-A822-4690480F9878}" type="datetimeFigureOut">
              <a:rPr lang="de-DE" smtClean="0"/>
              <a:t>09.01.2026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0232840-7BA4-2131-B460-A9DCEC87F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784AC6E-2038-B91C-5AB1-3759BACBC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1A733-8CED-44E6-BC68-D2DF4468A2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6105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BDE712-1D75-15CD-8275-B356D39E8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D2AA858-8383-A048-F8F4-44283E189E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D6B4B3D-7FA6-392E-BD1E-A28C7B786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981DFFE-AC77-7B37-CAB6-F5A33D85E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CECA5-A7FB-443E-A822-4690480F9878}" type="datetimeFigureOut">
              <a:rPr lang="de-DE" smtClean="0"/>
              <a:t>09.01.2026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EBC4978-3A4A-6D54-0736-C0E1E5FAD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6AB16DA-7B20-FA07-A38E-2E8EE7521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1A733-8CED-44E6-BC68-D2DF4468A2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4507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B627C0-C491-5E5B-3A83-B46D44562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30E4C3F-9D28-E940-4F0D-09AD13F511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305ADA3-9F40-D7FA-1481-03F4915325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5072AB2-893F-FBD4-FAB0-EFB70B7D0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CECA5-A7FB-443E-A822-4690480F9878}" type="datetimeFigureOut">
              <a:rPr lang="de-DE" smtClean="0"/>
              <a:t>09.01.2026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A6C0CBE-9C3E-AAAB-71F8-C33F4C5AD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796F4EC-F235-F3E4-5F52-7D9EA77F9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1A733-8CED-44E6-BC68-D2DF4468A2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9187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AF4EF4-DDCD-A26E-AE33-2511B15CA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61A0B16-7C19-11B4-AB60-E59D47EF29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7CBAA3F-7005-73BC-1B69-C7DA42A4D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CECA5-A7FB-443E-A822-4690480F9878}" type="datetimeFigureOut">
              <a:rPr lang="de-DE" smtClean="0"/>
              <a:t>09.01.2026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052C3FD-4EA8-08CB-2883-04A463CA4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ED7E4A1-5002-E9C6-2828-E9F9D4CE7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1A733-8CED-44E6-BC68-D2DF4468A2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5454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C4945FD-6013-734B-E8F3-FD15CA5824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7CA98A7-6A7F-3294-F1AB-E7371AB7CB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88802D9-2BC5-9A01-294D-784BE9996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CECA5-A7FB-443E-A822-4690480F9878}" type="datetimeFigureOut">
              <a:rPr lang="de-DE" smtClean="0"/>
              <a:t>09.01.2026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4CF70DA-70BF-B17E-1A91-70EC7C5AD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759CBB4-9514-D8BD-D5D2-FF41E53C0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1A733-8CED-44E6-BC68-D2DF4468A2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6992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4BA1421-11C0-7125-4E1A-02C82F9E4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761F683-5876-A9D8-2F64-C7D6984DC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808354C-CB0E-F007-963D-2D1A44CDFD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9CECA5-A7FB-443E-A822-4690480F9878}" type="datetimeFigureOut">
              <a:rPr lang="de-DE" smtClean="0"/>
              <a:t>09.01.2026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A9B77C4-65CE-8CBB-C1B5-63F147FE56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09D035-F7DC-224B-7761-7887E6BCF8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A1A733-8CED-44E6-BC68-D2DF4468A2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2907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3.jpe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6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209E944-78E1-EA66-A269-425A27FC0E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0631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de-DE" sz="4800">
                <a:solidFill>
                  <a:srgbClr val="FFFFFF"/>
                </a:solidFill>
              </a:rPr>
              <a:t>Lernplattform für Schüler der 5. Klasse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29DFC04-7174-8968-1018-924F2C20A8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15169" y="4722406"/>
            <a:ext cx="6051236" cy="1241828"/>
          </a:xfrm>
        </p:spPr>
        <p:txBody>
          <a:bodyPr>
            <a:normAutofit/>
          </a:bodyPr>
          <a:lstStyle/>
          <a:p>
            <a:pPr algn="r"/>
            <a:r>
              <a:rPr lang="de-DE" sz="1700">
                <a:solidFill>
                  <a:srgbClr val="FFFFFF"/>
                </a:solidFill>
              </a:rPr>
              <a:t>Das Team:</a:t>
            </a:r>
          </a:p>
          <a:p>
            <a:pPr algn="r"/>
            <a:r>
              <a:rPr lang="de-DE" sz="1700">
                <a:solidFill>
                  <a:srgbClr val="FFFFFF"/>
                </a:solidFill>
              </a:rPr>
              <a:t>Salma </a:t>
            </a:r>
            <a:r>
              <a:rPr lang="de-DE" sz="1700" err="1">
                <a:solidFill>
                  <a:srgbClr val="FFFFFF"/>
                </a:solidFill>
              </a:rPr>
              <a:t>Hajjaoui</a:t>
            </a:r>
            <a:r>
              <a:rPr lang="de-DE" sz="1700">
                <a:solidFill>
                  <a:srgbClr val="FFFFFF"/>
                </a:solidFill>
              </a:rPr>
              <a:t>, Safa </a:t>
            </a:r>
            <a:r>
              <a:rPr lang="de-DE" sz="1700" err="1">
                <a:solidFill>
                  <a:srgbClr val="FFFFFF"/>
                </a:solidFill>
              </a:rPr>
              <a:t>Ridouan</a:t>
            </a:r>
            <a:r>
              <a:rPr lang="de-DE" sz="1700">
                <a:solidFill>
                  <a:srgbClr val="FFFFFF"/>
                </a:solidFill>
              </a:rPr>
              <a:t>, Sebastian Ponader, Roman Braun, Lennart Kaldenbach, </a:t>
            </a:r>
            <a:r>
              <a:rPr lang="de-DE" sz="1700" err="1">
                <a:solidFill>
                  <a:srgbClr val="FFFFFF"/>
                </a:solidFill>
              </a:rPr>
              <a:t>Mannmeet</a:t>
            </a:r>
            <a:r>
              <a:rPr lang="de-DE" sz="1700">
                <a:solidFill>
                  <a:srgbClr val="FFFFFF"/>
                </a:solidFill>
              </a:rPr>
              <a:t> </a:t>
            </a:r>
            <a:r>
              <a:rPr lang="de-DE" sz="1700" err="1">
                <a:solidFill>
                  <a:srgbClr val="FFFFFF"/>
                </a:solidFill>
              </a:rPr>
              <a:t>Khasria</a:t>
            </a:r>
            <a:r>
              <a:rPr lang="de-DE" sz="1700">
                <a:solidFill>
                  <a:srgbClr val="FFFFFF"/>
                </a:solidFill>
              </a:rPr>
              <a:t>, Zakaria Mouaouya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Graphic 6" descr="Klassenzimmer">
            <a:extLst>
              <a:ext uri="{FF2B5EF4-FFF2-40B4-BE49-F238E27FC236}">
                <a16:creationId xmlns:a16="http://schemas.microsoft.com/office/drawing/2014/main" id="{93E96F69-AEFA-F24D-3BB9-D62A04D6F4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55401" y="2016624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732804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84A92A2-2FB9-C065-0571-8A8950FEC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Gliederung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2FC0BE4F-9C82-B45A-2968-31C4854477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5549474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29848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99945C7-99C9-CE97-C509-AC8966046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de-DE" sz="4000">
                <a:solidFill>
                  <a:srgbClr val="FFFFFF"/>
                </a:solidFill>
              </a:rPr>
              <a:t>Ausgangslage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40122CF8-55DD-882D-247B-6839CF2B8F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7626633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25947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Ein Bild, das Blau, Farbigkeit, Kunst enthält.&#10;&#10;KI-generierte Inhalte können fehlerhaft sein.">
            <a:extLst>
              <a:ext uri="{FF2B5EF4-FFF2-40B4-BE49-F238E27FC236}">
                <a16:creationId xmlns:a16="http://schemas.microsoft.com/office/drawing/2014/main" id="{985335F5-4953-23B5-D84C-2BF1F188956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911298B-9586-9AF7-4E82-179A27ADB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e-DE" sz="2800"/>
              <a:t>Zentrale Funktion </a:t>
            </a:r>
            <a:br>
              <a:rPr lang="de-DE" sz="2800"/>
            </a:br>
            <a:r>
              <a:rPr lang="de-DE" sz="2800"/>
              <a:t>Was kann die Website Grundsätzlich?</a:t>
            </a:r>
            <a:br>
              <a:rPr lang="de-DE" sz="2800"/>
            </a:br>
            <a:endParaRPr lang="de-DE" sz="2800"/>
          </a:p>
        </p:txBody>
      </p:sp>
      <p:graphicFrame>
        <p:nvGraphicFramePr>
          <p:cNvPr id="7" name="Inhaltsplatzhalter 2">
            <a:extLst>
              <a:ext uri="{FF2B5EF4-FFF2-40B4-BE49-F238E27FC236}">
                <a16:creationId xmlns:a16="http://schemas.microsoft.com/office/drawing/2014/main" id="{B429B014-559F-B3DB-7022-A9AE07A0F9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8748365"/>
              </p:ext>
            </p:extLst>
          </p:nvPr>
        </p:nvGraphicFramePr>
        <p:xfrm>
          <a:off x="838200" y="125333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859B8739-8286-CC2A-6621-463D10480B81}"/>
              </a:ext>
            </a:extLst>
          </p:cNvPr>
          <p:cNvGrpSpPr/>
          <p:nvPr/>
        </p:nvGrpSpPr>
        <p:grpSpPr>
          <a:xfrm>
            <a:off x="4494014" y="5681031"/>
            <a:ext cx="3203971" cy="1100606"/>
            <a:chOff x="7037029" y="18658"/>
            <a:chExt cx="3203971" cy="1100606"/>
          </a:xfrm>
        </p:grpSpPr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3E2F19D2-C242-EE41-ED25-57E6A362C7FD}"/>
                </a:ext>
              </a:extLst>
            </p:cNvPr>
            <p:cNvSpPr/>
            <p:nvPr/>
          </p:nvSpPr>
          <p:spPr>
            <a:xfrm>
              <a:off x="7037029" y="18658"/>
              <a:ext cx="3203971" cy="1100606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9A8213F1-3C73-5303-3528-B0CC80096296}"/>
                </a:ext>
              </a:extLst>
            </p:cNvPr>
            <p:cNvSpPr txBox="1"/>
            <p:nvPr/>
          </p:nvSpPr>
          <p:spPr>
            <a:xfrm>
              <a:off x="7037029" y="18658"/>
              <a:ext cx="3203971" cy="11006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0904" tIns="69088" rIns="120904" bIns="69088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1700" kern="1200"/>
                <a:t>Diese Funktionen werden im nächsten Abschnitt </a:t>
              </a:r>
              <a:r>
                <a:rPr lang="de-DE" sz="1700" b="1" kern="1200"/>
                <a:t>nicht einzeln erklärt</a:t>
              </a:r>
              <a:r>
                <a:rPr lang="de-DE" sz="1700" kern="1200"/>
                <a:t>, sondern direkt in Nutzungsszenarien gezeigt.</a:t>
              </a:r>
              <a:endParaRPr lang="en-US" sz="1700" kern="1200"/>
            </a:p>
          </p:txBody>
        </p:sp>
      </p:grpSp>
    </p:spTree>
    <p:extLst>
      <p:ext uri="{BB962C8B-B14F-4D97-AF65-F5344CB8AC3E}">
        <p14:creationId xmlns:p14="http://schemas.microsoft.com/office/powerpoint/2010/main" val="723595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41B0723-E98B-E0F2-4760-A1FB11FF7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761" y="649495"/>
            <a:ext cx="5323715" cy="886461"/>
          </a:xfrm>
        </p:spPr>
        <p:txBody>
          <a:bodyPr anchor="b">
            <a:normAutofit/>
          </a:bodyPr>
          <a:lstStyle/>
          <a:p>
            <a:r>
              <a:rPr lang="de-DE" sz="4000"/>
              <a:t>Schüler 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" name="Grafik 45" descr="Ein Bild, das Cartoon, Clipart, Menschliches Gesicht, Zeichnung enthält.&#10;&#10;KI-generierte Inhalte können fehlerhaft sein.">
            <a:extLst>
              <a:ext uri="{FF2B5EF4-FFF2-40B4-BE49-F238E27FC236}">
                <a16:creationId xmlns:a16="http://schemas.microsoft.com/office/drawing/2014/main" id="{4D21A14D-CCCA-147B-0541-853B77C8B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5967" y="1359681"/>
            <a:ext cx="4170530" cy="4170530"/>
          </a:xfrm>
          <a:prstGeom prst="rect">
            <a:avLst/>
          </a:prstGeom>
        </p:spPr>
      </p:pic>
      <p:graphicFrame>
        <p:nvGraphicFramePr>
          <p:cNvPr id="36" name="Inhaltsplatzhalter 35">
            <a:extLst>
              <a:ext uri="{FF2B5EF4-FFF2-40B4-BE49-F238E27FC236}">
                <a16:creationId xmlns:a16="http://schemas.microsoft.com/office/drawing/2014/main" id="{C6EFF4D0-A99A-9178-B716-120919FA64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4812525"/>
              </p:ext>
            </p:extLst>
          </p:nvPr>
        </p:nvGraphicFramePr>
        <p:xfrm>
          <a:off x="457201" y="1535955"/>
          <a:ext cx="6769510" cy="50319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083147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6359D77-99A4-DDD5-0698-F16474BB4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7638"/>
            <a:ext cx="5323715" cy="785309"/>
          </a:xfrm>
        </p:spPr>
        <p:txBody>
          <a:bodyPr anchor="b">
            <a:normAutofit/>
          </a:bodyPr>
          <a:lstStyle/>
          <a:p>
            <a:r>
              <a:rPr lang="de-DE" sz="4000"/>
              <a:t>Lehrer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fik 6" descr="Ein Bild, das Grafiken, Symbol, Electric Blue (Farbe), Screenshot enthält.&#10;&#10;KI-generierte Inhalte können fehlerhaft sein.">
            <a:extLst>
              <a:ext uri="{FF2B5EF4-FFF2-40B4-BE49-F238E27FC236}">
                <a16:creationId xmlns:a16="http://schemas.microsoft.com/office/drawing/2014/main" id="{18A3BD2B-6732-BE1D-CDF1-D95C805694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5967" y="1359681"/>
            <a:ext cx="4170530" cy="4170530"/>
          </a:xfrm>
          <a:prstGeom prst="rect">
            <a:avLst/>
          </a:prstGeom>
        </p:spPr>
      </p:pic>
      <p:graphicFrame>
        <p:nvGraphicFramePr>
          <p:cNvPr id="33" name="Inhaltsplatzhalter 2">
            <a:extLst>
              <a:ext uri="{FF2B5EF4-FFF2-40B4-BE49-F238E27FC236}">
                <a16:creationId xmlns:a16="http://schemas.microsoft.com/office/drawing/2014/main" id="{D0E4BD18-270C-1F1C-6B3A-6ABAA6D1E4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5910625"/>
              </p:ext>
            </p:extLst>
          </p:nvPr>
        </p:nvGraphicFramePr>
        <p:xfrm>
          <a:off x="457200" y="1343722"/>
          <a:ext cx="6454877" cy="5096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607876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9CC298-8096-7973-C330-065CCB2FF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548" y="457609"/>
            <a:ext cx="5323715" cy="1642970"/>
          </a:xfrm>
        </p:spPr>
        <p:txBody>
          <a:bodyPr anchor="b">
            <a:normAutofit/>
          </a:bodyPr>
          <a:lstStyle/>
          <a:p>
            <a:r>
              <a:rPr lang="de-DE" sz="4000"/>
              <a:t>Admin</a:t>
            </a:r>
          </a:p>
        </p:txBody>
      </p:sp>
      <p:graphicFrame>
        <p:nvGraphicFramePr>
          <p:cNvPr id="11" name="Inhaltsplatzhalter 10">
            <a:extLst>
              <a:ext uri="{FF2B5EF4-FFF2-40B4-BE49-F238E27FC236}">
                <a16:creationId xmlns:a16="http://schemas.microsoft.com/office/drawing/2014/main" id="{34137D0A-1649-59A0-73F4-3BD8E26004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4744598"/>
              </p:ext>
            </p:extLst>
          </p:nvPr>
        </p:nvGraphicFramePr>
        <p:xfrm>
          <a:off x="780811" y="2332305"/>
          <a:ext cx="5315189" cy="35350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fik 8" descr="Ein Bild, das Zahnrad, Metallwaren, Kreis, Grafiken enthält.&#10;&#10;KI-generierte Inhalte können fehlerhaft sein.">
            <a:extLst>
              <a:ext uri="{FF2B5EF4-FFF2-40B4-BE49-F238E27FC236}">
                <a16:creationId xmlns:a16="http://schemas.microsoft.com/office/drawing/2014/main" id="{5F53CA8F-7332-B7FD-4FE8-96153EB4D4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0715" y="1049376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397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B5BD31D-3ADF-4B90-6B16-94E727568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de-DE" sz="4000">
                <a:solidFill>
                  <a:srgbClr val="FFFFFF"/>
                </a:solidFill>
              </a:rPr>
              <a:t>Fazit</a:t>
            </a: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79EED250-115B-6A7C-69E3-04DADCCA3E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6712258"/>
              </p:ext>
            </p:extLst>
          </p:nvPr>
        </p:nvGraphicFramePr>
        <p:xfrm>
          <a:off x="4367695" y="403123"/>
          <a:ext cx="7517160" cy="64447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03797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986D94C41693E4BB4A82C09BD7C2D2A" ma:contentTypeVersion="6" ma:contentTypeDescription="Ein neues Dokument erstellen." ma:contentTypeScope="" ma:versionID="ade76ffd0d28a586a28c698448d1f05a">
  <xsd:schema xmlns:xsd="http://www.w3.org/2001/XMLSchema" xmlns:xs="http://www.w3.org/2001/XMLSchema" xmlns:p="http://schemas.microsoft.com/office/2006/metadata/properties" xmlns:ns3="4261f53c-e7f9-40ea-be9e-2b67b9212dc8" targetNamespace="http://schemas.microsoft.com/office/2006/metadata/properties" ma:root="true" ma:fieldsID="7b1dadd4940ccfd34336cae9cec86fc6" ns3:_="">
    <xsd:import namespace="4261f53c-e7f9-40ea-be9e-2b67b9212dc8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61f53c-e7f9-40ea-be9e-2b67b9212dc8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261f53c-e7f9-40ea-be9e-2b67b9212dc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79DAF8A-FC84-42AC-8E52-C5208C744A54}">
  <ds:schemaRefs>
    <ds:schemaRef ds:uri="4261f53c-e7f9-40ea-be9e-2b67b9212dc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4A833CA-DE04-4ECC-8AFD-D2DF9B5B8B70}">
  <ds:schemaRefs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purl.org/dc/dcmitype/"/>
    <ds:schemaRef ds:uri="http://purl.org/dc/elements/1.1/"/>
    <ds:schemaRef ds:uri="4261f53c-e7f9-40ea-be9e-2b67b9212dc8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A7C25BD-7AE1-4280-8AD2-E6880CBC3DD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353</Words>
  <Application>Microsoft Office PowerPoint</Application>
  <PresentationFormat>Breitbild</PresentationFormat>
  <Paragraphs>74</Paragraphs>
  <Slides>8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</vt:lpstr>
      <vt:lpstr>Lernplattform für Schüler der 5. Klasse</vt:lpstr>
      <vt:lpstr>Gliederung</vt:lpstr>
      <vt:lpstr>Ausgangslage</vt:lpstr>
      <vt:lpstr>Zentrale Funktion  Was kann die Website Grundsätzlich? </vt:lpstr>
      <vt:lpstr>Schüler </vt:lpstr>
      <vt:lpstr>Lehrer</vt:lpstr>
      <vt:lpstr>Admin</vt:lpstr>
      <vt:lpstr>Fazit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Mouâouya, Zakaria</dc:creator>
  <cp:lastModifiedBy>Mouâouya, Zakaria</cp:lastModifiedBy>
  <cp:revision>2</cp:revision>
  <dcterms:created xsi:type="dcterms:W3CDTF">2026-01-07T17:45:55Z</dcterms:created>
  <dcterms:modified xsi:type="dcterms:W3CDTF">2026-01-09T02:48:46Z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0x0101001986D94C41693E4BB4A82C09BD7C2D2A</vt:lpwstr>
  </property>
</Properties>
</file>